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4" r:id="rId6"/>
    <p:sldId id="269" r:id="rId7"/>
    <p:sldId id="270" r:id="rId8"/>
    <p:sldId id="273" r:id="rId9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6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1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5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0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80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2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9599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2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4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938"/>
            <a:ext cx="11536786" cy="741183"/>
          </a:xfrm>
        </p:spPr>
        <p:txBody>
          <a:bodyPr/>
          <a:lstStyle/>
          <a:p>
            <a:r>
              <a:rPr lang="en-US" b="1" u="sng" dirty="0" smtClean="0"/>
              <a:t>Painting Maintenance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49121"/>
            <a:ext cx="11353799" cy="61088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u="sng" dirty="0" smtClean="0"/>
              <a:t>Basic Painting Tools</a:t>
            </a:r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Rollers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applying</a:t>
            </a:r>
            <a:r>
              <a:rPr lang="en-US" dirty="0" smtClean="0"/>
              <a:t> a lot of paint quickly.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Paint Tray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-It is used for </a:t>
            </a:r>
            <a:r>
              <a:rPr lang="en-US" u="sng" dirty="0" smtClean="0"/>
              <a:t>providing</a:t>
            </a:r>
            <a:r>
              <a:rPr lang="en-US" dirty="0" smtClean="0"/>
              <a:t> a way to hold a large amount of paint.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1454055"/>
            <a:ext cx="2170820" cy="15998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4138245"/>
            <a:ext cx="217082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339"/>
            <a:ext cx="11353799" cy="66976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u="sng" dirty="0" smtClean="0"/>
              <a:t>Paint Brush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cutting</a:t>
            </a:r>
            <a:r>
              <a:rPr lang="en-US" dirty="0" smtClean="0"/>
              <a:t> in.</a:t>
            </a:r>
          </a:p>
          <a:p>
            <a:pPr marL="0" indent="0">
              <a:buNone/>
            </a:pPr>
            <a:r>
              <a:rPr lang="en-US" dirty="0" smtClean="0"/>
              <a:t>4. </a:t>
            </a:r>
            <a:r>
              <a:rPr lang="en-US" u="sng" dirty="0" smtClean="0"/>
              <a:t>Extension Pole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to </a:t>
            </a:r>
            <a:r>
              <a:rPr lang="en-US" u="sng" dirty="0" smtClean="0"/>
              <a:t>give</a:t>
            </a:r>
            <a:r>
              <a:rPr lang="en-US" dirty="0" smtClean="0"/>
              <a:t> you better control 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75" y="695325"/>
            <a:ext cx="2524125" cy="1809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3712685"/>
            <a:ext cx="2676525" cy="181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5989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5. </a:t>
            </a:r>
            <a:r>
              <a:rPr lang="en-US" sz="2000" u="sng" dirty="0" smtClean="0"/>
              <a:t>Edger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wall </a:t>
            </a:r>
            <a:r>
              <a:rPr lang="en-US" sz="2000" u="sng" dirty="0" smtClean="0"/>
              <a:t>painting</a:t>
            </a:r>
            <a:r>
              <a:rPr lang="en-US" sz="2000" dirty="0" smtClean="0"/>
              <a:t> such as above boards etc.</a:t>
            </a:r>
          </a:p>
          <a:p>
            <a:pPr marL="0" indent="0">
              <a:buNone/>
            </a:pPr>
            <a:r>
              <a:rPr lang="en-US" sz="2000" dirty="0" smtClean="0"/>
              <a:t>6. </a:t>
            </a:r>
            <a:r>
              <a:rPr lang="en-US" sz="2000" u="sng" dirty="0" smtClean="0"/>
              <a:t>Putty Knife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scraping</a:t>
            </a:r>
            <a:r>
              <a:rPr lang="en-US" sz="2000" dirty="0" smtClean="0"/>
              <a:t> away loose paint and putty during a repair.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4" y="542638"/>
            <a:ext cx="2337909" cy="20233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3" y="3572766"/>
            <a:ext cx="2337909" cy="202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938"/>
            <a:ext cx="11198136" cy="68500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 smtClean="0"/>
              <a:t>7. </a:t>
            </a:r>
            <a:r>
              <a:rPr lang="en-US" sz="2000" u="sng" dirty="0" smtClean="0"/>
              <a:t>Painter’s Tape</a:t>
            </a:r>
          </a:p>
          <a:p>
            <a:pPr marL="0" indent="0">
              <a:buNone/>
            </a:pPr>
            <a:r>
              <a:rPr lang="en-US" sz="2000" dirty="0" smtClean="0"/>
              <a:t>                          </a:t>
            </a:r>
          </a:p>
          <a:p>
            <a:pPr marL="0" indent="0">
              <a:buNone/>
            </a:pPr>
            <a:r>
              <a:rPr lang="en-US" sz="2000" dirty="0" smtClean="0"/>
              <a:t>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</a:t>
            </a:r>
            <a:r>
              <a:rPr lang="en-US" sz="2000" dirty="0"/>
              <a:t>is </a:t>
            </a:r>
            <a:r>
              <a:rPr lang="en-US" sz="2000" dirty="0" smtClean="0"/>
              <a:t>used for </a:t>
            </a:r>
            <a:r>
              <a:rPr lang="en-US" sz="2000" u="sng" dirty="0" smtClean="0"/>
              <a:t>protecting</a:t>
            </a:r>
            <a:r>
              <a:rPr lang="en-US" sz="2000" dirty="0" smtClean="0"/>
              <a:t> walls.</a:t>
            </a:r>
          </a:p>
          <a:p>
            <a:pPr marL="0" indent="0">
              <a:buNone/>
            </a:pPr>
            <a:r>
              <a:rPr lang="en-US" sz="2000" dirty="0" smtClean="0"/>
              <a:t>8. </a:t>
            </a:r>
            <a:r>
              <a:rPr lang="en-US" sz="2000" u="sng" dirty="0" smtClean="0"/>
              <a:t>Paint Bucket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carrying</a:t>
            </a:r>
            <a:r>
              <a:rPr lang="en-US" sz="2000" dirty="0" smtClean="0"/>
              <a:t> a large amount of paint. 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370681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83" y="323878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890161" cy="685799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 smtClean="0"/>
              <a:t>9. </a:t>
            </a:r>
            <a:r>
              <a:rPr lang="en-US" sz="8000" u="sng" dirty="0" smtClean="0"/>
              <a:t>Ladder</a:t>
            </a:r>
          </a:p>
          <a:p>
            <a:pPr>
              <a:buFontTx/>
              <a:buChar char="-"/>
            </a:pPr>
            <a:endParaRPr lang="en-US" sz="9600" dirty="0" smtClean="0"/>
          </a:p>
          <a:p>
            <a:pPr>
              <a:buFontTx/>
              <a:buChar char="-"/>
            </a:pPr>
            <a:endParaRPr lang="en-US" sz="8000" dirty="0"/>
          </a:p>
          <a:p>
            <a:pPr>
              <a:buFontTx/>
              <a:buChar char="-"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8000" dirty="0" smtClean="0"/>
              <a:t>- It is used for </a:t>
            </a:r>
            <a:r>
              <a:rPr lang="en-US" sz="8000" u="sng" dirty="0" smtClean="0"/>
              <a:t>climbing</a:t>
            </a:r>
            <a:r>
              <a:rPr lang="en-US" sz="8000" dirty="0" smtClean="0"/>
              <a:t> and </a:t>
            </a:r>
            <a:r>
              <a:rPr lang="en-US" sz="8000" u="sng" dirty="0" smtClean="0"/>
              <a:t>descending</a:t>
            </a:r>
            <a:r>
              <a:rPr lang="en-US" sz="8000" dirty="0" smtClean="0"/>
              <a:t>. </a:t>
            </a:r>
          </a:p>
          <a:p>
            <a:pPr marL="0" indent="0">
              <a:buNone/>
            </a:pPr>
            <a:r>
              <a:rPr lang="en-US" sz="8000" dirty="0" smtClean="0"/>
              <a:t>10. </a:t>
            </a:r>
            <a:r>
              <a:rPr lang="en-US" sz="8000" u="sng" dirty="0" smtClean="0"/>
              <a:t>Drop cloth</a:t>
            </a:r>
          </a:p>
          <a:p>
            <a:pPr marL="0" indent="0">
              <a:buNone/>
            </a:pPr>
            <a:endParaRPr lang="en-US" sz="8000" u="sng" dirty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u="sng" dirty="0"/>
          </a:p>
          <a:p>
            <a:pPr marL="0" indent="0">
              <a:buNone/>
            </a:pPr>
            <a:endParaRPr lang="en-US" sz="8000" u="sng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endParaRPr lang="en-US" sz="8000" dirty="0" smtClean="0"/>
          </a:p>
          <a:p>
            <a:pPr marL="0" indent="0">
              <a:buNone/>
            </a:pPr>
            <a:r>
              <a:rPr lang="en-US" sz="8000" dirty="0" smtClean="0"/>
              <a:t>- It is used to </a:t>
            </a:r>
            <a:r>
              <a:rPr lang="en-US" sz="8000" u="sng" dirty="0" smtClean="0"/>
              <a:t>protect</a:t>
            </a:r>
            <a:r>
              <a:rPr lang="en-US" sz="8000" dirty="0" smtClean="0"/>
              <a:t> surfaces while painting .</a:t>
            </a:r>
          </a:p>
          <a:p>
            <a:pPr marL="0" indent="0">
              <a:buNone/>
            </a:pPr>
            <a:r>
              <a:rPr lang="en-US" sz="7200" u="sng" dirty="0" smtClean="0"/>
              <a:t>Video</a:t>
            </a:r>
            <a:r>
              <a:rPr lang="en-US" sz="7200" dirty="0" smtClean="0"/>
              <a:t> </a:t>
            </a:r>
            <a:r>
              <a:rPr lang="en-US" sz="7200" dirty="0"/>
              <a:t>: https://youtu.be/kt4CIjdRBlI?si=ERL6oqfvJ9y8XBHp</a:t>
            </a:r>
          </a:p>
          <a:p>
            <a:pPr marL="0" indent="0">
              <a:buNone/>
            </a:pPr>
            <a:r>
              <a:rPr lang="en-US" sz="7200" u="sng" dirty="0" smtClean="0"/>
              <a:t>Feedback</a:t>
            </a:r>
            <a:r>
              <a:rPr lang="en-US" sz="7200" dirty="0" smtClean="0"/>
              <a:t> : Activity</a:t>
            </a:r>
          </a:p>
          <a:p>
            <a:pPr>
              <a:buFontTx/>
              <a:buChar char="-"/>
            </a:pPr>
            <a:endParaRPr lang="en-US" sz="8000" dirty="0" smtClean="0"/>
          </a:p>
          <a:p>
            <a:pPr>
              <a:buFontTx/>
              <a:buChar char="-"/>
            </a:pPr>
            <a:endParaRPr lang="en-US" sz="80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50" y="408357"/>
            <a:ext cx="1632849" cy="22903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" y="3594970"/>
            <a:ext cx="2977754" cy="18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8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71863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	        Marks : 10</a:t>
            </a:r>
            <a:br>
              <a:rPr lang="en-US" sz="2700" dirty="0" smtClean="0"/>
            </a:br>
            <a:r>
              <a:rPr lang="en-US" sz="2700" dirty="0" smtClean="0"/>
              <a:t>Grade	   : Year </a:t>
            </a:r>
            <a:r>
              <a:rPr lang="en-US" sz="2700" dirty="0"/>
              <a:t>1</a:t>
            </a:r>
            <a:r>
              <a:rPr lang="en-US" sz="2700" dirty="0" smtClean="0"/>
              <a:t>						</a:t>
            </a:r>
            <a:r>
              <a:rPr lang="en-US" sz="2700" smtClean="0"/>
              <a:t>                  Time  :  </a:t>
            </a:r>
            <a:r>
              <a:rPr lang="en-US" sz="2700" smtClean="0"/>
              <a:t>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smtClean="0"/>
              <a:t>Date      </a:t>
            </a:r>
            <a:r>
              <a:rPr lang="en-US" sz="2700" smtClean="0"/>
              <a:t>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0" indent="0">
              <a:buNone/>
            </a:pPr>
            <a:r>
              <a:rPr lang="en-US" dirty="0" smtClean="0"/>
              <a:t>1.Name the following hand tools or equipments that are used in painting.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				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1.__________________				       2.____________________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				</a:t>
            </a:r>
          </a:p>
          <a:p>
            <a:pPr marL="0" indent="0">
              <a:buNone/>
            </a:pPr>
            <a:r>
              <a:rPr lang="en-US" dirty="0" smtClean="0"/>
              <a:t>3.___________________  				      4. ____________________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23" y="2677099"/>
            <a:ext cx="2256741" cy="12797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696" y="4231927"/>
            <a:ext cx="1342607" cy="13426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61" y="4268077"/>
            <a:ext cx="1608463" cy="11393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4696" y="2677099"/>
            <a:ext cx="1608463" cy="115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5. _________________  				              6. ____________________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</a:t>
            </a:r>
          </a:p>
          <a:p>
            <a:pPr marL="3657600" lvl="8" indent="0">
              <a:buNone/>
            </a:pPr>
            <a:r>
              <a:rPr lang="en-US" sz="1800" dirty="0" smtClean="0"/>
              <a:t>					</a:t>
            </a:r>
          </a:p>
          <a:p>
            <a:pPr marL="0" indent="0">
              <a:buNone/>
            </a:pPr>
            <a:r>
              <a:rPr lang="en-US" dirty="0" smtClean="0"/>
              <a:t>7. __________________ 				              8.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__________________ 				             10. ___________________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		(10)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872" y="3148148"/>
            <a:ext cx="1606647" cy="11824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97" y="154329"/>
            <a:ext cx="1161747" cy="11042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788" y="3233873"/>
            <a:ext cx="779803" cy="10966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783" y="68604"/>
            <a:ext cx="1273848" cy="11042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571" y="1564395"/>
            <a:ext cx="1571202" cy="11457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6737" y="1564395"/>
            <a:ext cx="1682293" cy="121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sz="3600" u="sng" dirty="0">
                <a:solidFill>
                  <a:schemeClr val="accent1"/>
                </a:solidFill>
              </a:rPr>
              <a:t>Feedback</a:t>
            </a:r>
            <a:r>
              <a:rPr lang="en-US" sz="3600" dirty="0">
                <a:solidFill>
                  <a:schemeClr val="accent1"/>
                </a:solidFill>
              </a:rPr>
              <a:t> : Activity</a:t>
            </a:r>
          </a:p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</a:rPr>
              <a:t>(Practical lesson or Project)</a:t>
            </a:r>
          </a:p>
          <a:p>
            <a:pPr marL="0" indent="0">
              <a:buNone/>
            </a:pPr>
            <a:r>
              <a:rPr lang="en-US" sz="3600">
                <a:solidFill>
                  <a:schemeClr val="accent1"/>
                </a:solidFill>
              </a:rPr>
              <a:t>               </a:t>
            </a:r>
            <a:r>
              <a:rPr lang="en-US" sz="3600" smtClean="0">
                <a:solidFill>
                  <a:schemeClr val="accent1"/>
                </a:solidFill>
              </a:rPr>
              <a:t>    </a:t>
            </a:r>
            <a:r>
              <a:rPr lang="en-US" sz="3600" u="sng" smtClean="0">
                <a:solidFill>
                  <a:schemeClr val="accent1"/>
                </a:solidFill>
              </a:rPr>
              <a:t>Painting</a:t>
            </a:r>
            <a:endParaRPr lang="en-US" sz="36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564" y="2059879"/>
            <a:ext cx="4219460" cy="458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765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703</TotalTime>
  <Words>204</Words>
  <Application>Microsoft Office PowerPoint</Application>
  <PresentationFormat>Widescreen</PresentationFormat>
  <Paragraphs>118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Painting Maintenance</vt:lpstr>
      <vt:lpstr>PowerPoint Presentation</vt:lpstr>
      <vt:lpstr>PowerPoint Presentation</vt:lpstr>
      <vt:lpstr>PowerPoint Presentation</vt:lpstr>
      <vt:lpstr>PowerPoint Presentation</vt:lpstr>
      <vt:lpstr>Kwa Thema Skills School Subject  : Maintenance              Marks : 10 Grade    : Year 1                        Time  :  30 mins Date      :   /  / 2024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119</cp:revision>
  <cp:lastPrinted>2022-08-31T07:07:01Z</cp:lastPrinted>
  <dcterms:created xsi:type="dcterms:W3CDTF">2022-08-25T11:18:17Z</dcterms:created>
  <dcterms:modified xsi:type="dcterms:W3CDTF">2024-01-16T17:22:10Z</dcterms:modified>
</cp:coreProperties>
</file>