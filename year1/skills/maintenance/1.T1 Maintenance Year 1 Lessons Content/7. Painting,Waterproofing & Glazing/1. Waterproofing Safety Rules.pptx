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2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Waterproofing Maintenance</a:t>
            </a: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u="sng" dirty="0">
                <a:solidFill>
                  <a:schemeClr val="tx1"/>
                </a:solidFill>
              </a:rPr>
              <a:t>Video</a:t>
            </a:r>
            <a:r>
              <a:rPr lang="en-US" sz="2400" dirty="0">
                <a:solidFill>
                  <a:schemeClr val="tx1"/>
                </a:solidFill>
              </a:rPr>
              <a:t> : </a:t>
            </a:r>
            <a:r>
              <a:rPr lang="en-US" sz="2400" u="sng" dirty="0">
                <a:solidFill>
                  <a:schemeClr val="tx1"/>
                </a:solidFill>
              </a:rPr>
              <a:t>Introduction to </a:t>
            </a:r>
            <a:r>
              <a:rPr lang="en-US" sz="2400" u="sng" dirty="0" smtClean="0">
                <a:solidFill>
                  <a:schemeClr val="tx1"/>
                </a:solidFill>
              </a:rPr>
              <a:t>Waterproofing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https://youtu.be/hByGbg6wI8I?si=P_CxZYwz81B_B7VT </a:t>
            </a:r>
            <a:endParaRPr lang="en-US" sz="24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89" y="852782"/>
            <a:ext cx="5536504" cy="45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33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Waterproofing Maintenance</a:t>
            </a:r>
          </a:p>
          <a:p>
            <a:pPr marL="0" indent="0">
              <a:buNone/>
            </a:pPr>
            <a:r>
              <a:rPr lang="en-US" sz="2800" u="sng" dirty="0" smtClean="0">
                <a:solidFill>
                  <a:schemeClr val="accent1"/>
                </a:solidFill>
              </a:rPr>
              <a:t>Safety </a:t>
            </a:r>
            <a:r>
              <a:rPr lang="en-US" sz="2800" u="sng" dirty="0">
                <a:solidFill>
                  <a:schemeClr val="accent1"/>
                </a:solidFill>
              </a:rPr>
              <a:t>rules in the workshop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  <a:endParaRPr lang="en-US" sz="28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Conduct</a:t>
            </a:r>
            <a:r>
              <a:rPr lang="en-US" dirty="0" smtClean="0"/>
              <a:t> risk management prior to commencing the waterproofing works.</a:t>
            </a:r>
          </a:p>
          <a:p>
            <a:pPr marL="0" indent="0">
              <a:buNone/>
            </a:pPr>
            <a:r>
              <a:rPr lang="en-US" dirty="0" smtClean="0"/>
              <a:t>2. Provide personal </a:t>
            </a:r>
            <a:r>
              <a:rPr lang="en-US" u="sng" dirty="0" smtClean="0"/>
              <a:t>protective </a:t>
            </a:r>
            <a:r>
              <a:rPr lang="en-US" dirty="0" smtClean="0"/>
              <a:t>equipment(PPE).</a:t>
            </a:r>
          </a:p>
          <a:p>
            <a:pPr marL="0" indent="0">
              <a:buNone/>
            </a:pPr>
            <a:r>
              <a:rPr lang="en-US" dirty="0" smtClean="0"/>
              <a:t>3. Ensure that all workers involved in waterproofing work are </a:t>
            </a:r>
            <a:r>
              <a:rPr lang="en-US" u="sng" dirty="0" smtClean="0"/>
              <a:t>trained</a:t>
            </a:r>
            <a:r>
              <a:rPr lang="en-US" dirty="0" smtClean="0"/>
              <a:t> and </a:t>
            </a:r>
            <a:r>
              <a:rPr lang="en-US" u="sng" dirty="0" smtClean="0"/>
              <a:t>qualified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4. Ensure that all </a:t>
            </a:r>
            <a:r>
              <a:rPr lang="en-US" u="sng" dirty="0" smtClean="0"/>
              <a:t>electrical</a:t>
            </a:r>
            <a:r>
              <a:rPr lang="en-US" dirty="0" smtClean="0"/>
              <a:t> tools and </a:t>
            </a:r>
            <a:r>
              <a:rPr lang="en-US" u="sng" dirty="0" smtClean="0"/>
              <a:t>equipments</a:t>
            </a:r>
            <a:r>
              <a:rPr lang="en-US" dirty="0" smtClean="0"/>
              <a:t> used are regularly maintained and inspected for defects.</a:t>
            </a:r>
          </a:p>
          <a:p>
            <a:pPr marL="0" indent="0">
              <a:buNone/>
            </a:pPr>
            <a:r>
              <a:rPr lang="en-US" dirty="0" smtClean="0"/>
              <a:t>5. Establish a </a:t>
            </a:r>
            <a:r>
              <a:rPr lang="en-US" u="sng" dirty="0" smtClean="0"/>
              <a:t>safe</a:t>
            </a:r>
            <a:r>
              <a:rPr lang="en-US" dirty="0" smtClean="0"/>
              <a:t> work area.</a:t>
            </a:r>
          </a:p>
          <a:p>
            <a:pPr marL="0" indent="0">
              <a:buNone/>
            </a:pPr>
            <a:r>
              <a:rPr lang="en-US" dirty="0" smtClean="0"/>
              <a:t>6. Establish emergency </a:t>
            </a:r>
            <a:r>
              <a:rPr lang="en-US" u="sng" dirty="0" smtClean="0"/>
              <a:t>procedures</a:t>
            </a:r>
            <a:r>
              <a:rPr lang="en-US" dirty="0" smtClean="0"/>
              <a:t> and </a:t>
            </a:r>
            <a:r>
              <a:rPr lang="en-US" u="sng" dirty="0" smtClean="0"/>
              <a:t>equipments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7. Establish a safe work area and use of </a:t>
            </a:r>
            <a:r>
              <a:rPr lang="en-US" u="sng" dirty="0" smtClean="0"/>
              <a:t>signage</a:t>
            </a:r>
            <a:r>
              <a:rPr lang="en-US" dirty="0" smtClean="0"/>
              <a:t> to warn others.</a:t>
            </a:r>
          </a:p>
          <a:p>
            <a:pPr marL="0" indent="0">
              <a:buNone/>
            </a:pPr>
            <a:r>
              <a:rPr lang="en-US" dirty="0" smtClean="0"/>
              <a:t>8. Ensure that the worksite is properly </a:t>
            </a:r>
            <a:r>
              <a:rPr lang="en-US" u="sng" dirty="0" smtClean="0"/>
              <a:t>ventilated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9. After completion of work, ensure that all equipments are properly </a:t>
            </a:r>
            <a:r>
              <a:rPr lang="en-US" u="sng" dirty="0" smtClean="0"/>
              <a:t>cleaned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10. Conduct a post work </a:t>
            </a:r>
            <a:r>
              <a:rPr lang="en-US" u="sng" dirty="0" smtClean="0"/>
              <a:t>inspection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u="sng" smtClean="0">
                <a:solidFill>
                  <a:schemeClr val="accent1"/>
                </a:solidFill>
              </a:rPr>
              <a:t>Video</a:t>
            </a:r>
            <a:r>
              <a:rPr lang="en-US" b="1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https://youtu.be/GNSx0PJEmA0?si=Ysp_8JAu0_eMDRzL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b="1" u="sng" dirty="0" smtClean="0"/>
              <a:t>Feedback</a:t>
            </a:r>
            <a:r>
              <a:rPr lang="en-US" b="1" dirty="0" smtClean="0"/>
              <a:t> : Activity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9957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chemeClr val="accent1"/>
                </a:solidFill>
              </a:rPr>
              <a:t>Kwa Thema Skills School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Subject  	: Maintenance     						    </a:t>
            </a:r>
            <a:r>
              <a:rPr lang="en-US" sz="2000">
                <a:solidFill>
                  <a:schemeClr val="accent1"/>
                </a:solidFill>
              </a:rPr>
              <a:t>Marks </a:t>
            </a:r>
            <a:r>
              <a:rPr lang="en-US" sz="2000" smtClean="0">
                <a:solidFill>
                  <a:schemeClr val="accent1"/>
                </a:solidFill>
              </a:rPr>
              <a:t>: 10</a:t>
            </a:r>
            <a:r>
              <a:rPr lang="en-US" sz="2000" dirty="0">
                <a:solidFill>
                  <a:schemeClr val="accent1"/>
                </a:solidFill>
              </a:rPr>
              <a:t/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Grade    	: </a:t>
            </a:r>
            <a:r>
              <a:rPr lang="en-US" sz="2000" dirty="0" smtClean="0">
                <a:solidFill>
                  <a:schemeClr val="accent1"/>
                </a:solidFill>
              </a:rPr>
              <a:t>Year 1    </a:t>
            </a:r>
            <a:r>
              <a:rPr lang="en-US" sz="2000" dirty="0">
                <a:solidFill>
                  <a:schemeClr val="accent1"/>
                </a:solidFill>
              </a:rPr>
              <a:t>						                </a:t>
            </a:r>
            <a:r>
              <a:rPr lang="en-US" sz="2000">
                <a:solidFill>
                  <a:schemeClr val="accent1"/>
                </a:solidFill>
              </a:rPr>
              <a:t>Time </a:t>
            </a:r>
            <a:r>
              <a:rPr lang="en-US" sz="2000" smtClean="0">
                <a:solidFill>
                  <a:schemeClr val="accent1"/>
                </a:solidFill>
              </a:rPr>
              <a:t>  : 30 mins</a:t>
            </a:r>
            <a:r>
              <a:rPr lang="en-US" sz="2000" dirty="0">
                <a:solidFill>
                  <a:schemeClr val="accent1"/>
                </a:solidFill>
              </a:rPr>
              <a:t/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Date       </a:t>
            </a:r>
            <a:r>
              <a:rPr lang="en-US" sz="2000">
                <a:solidFill>
                  <a:schemeClr val="accent1"/>
                </a:solidFill>
              </a:rPr>
              <a:t>	</a:t>
            </a:r>
            <a:r>
              <a:rPr lang="en-US" sz="2000" smtClean="0">
                <a:solidFill>
                  <a:schemeClr val="accent1"/>
                </a:solidFill>
              </a:rPr>
              <a:t>:   /  / 2024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>
                <a:solidFill>
                  <a:schemeClr val="tx1"/>
                </a:solidFill>
              </a:rPr>
              <a:t>Question:1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</a:t>
            </a:r>
            <a:r>
              <a:rPr lang="en-US" u="sng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Use the words provided in brackets to complete the following sentences.</a:t>
            </a:r>
            <a:endParaRPr lang="en-US" b="1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/>
              <a:t>1.1</a:t>
            </a:r>
            <a:r>
              <a:rPr lang="en-US" dirty="0"/>
              <a:t>. After completion of work, ensure that all equipments are properly </a:t>
            </a:r>
            <a:r>
              <a:rPr lang="en-US" dirty="0" smtClean="0"/>
              <a:t>___________.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1.2 Provide personal ________________equipment(PPE).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1.3</a:t>
            </a:r>
            <a:r>
              <a:rPr lang="en-US" dirty="0"/>
              <a:t>. Ensure that all </a:t>
            </a:r>
            <a:r>
              <a:rPr lang="en-US" dirty="0" smtClean="0"/>
              <a:t>workers </a:t>
            </a:r>
            <a:r>
              <a:rPr lang="en-US" dirty="0"/>
              <a:t>involved in waterproofing work are </a:t>
            </a:r>
            <a:r>
              <a:rPr lang="en-US" u="sng" dirty="0"/>
              <a:t>trained</a:t>
            </a:r>
            <a:r>
              <a:rPr lang="en-US" dirty="0"/>
              <a:t> and </a:t>
            </a:r>
            <a:r>
              <a:rPr lang="en-US" dirty="0" smtClean="0"/>
              <a:t>_____________. 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1.4</a:t>
            </a:r>
            <a:r>
              <a:rPr lang="en-US" dirty="0"/>
              <a:t>. Conduct a post work </a:t>
            </a:r>
            <a:r>
              <a:rPr lang="en-US" dirty="0" smtClean="0"/>
              <a:t>_________________.</a:t>
            </a:r>
          </a:p>
          <a:p>
            <a:pPr marL="0" indent="0">
              <a:buNone/>
            </a:pPr>
            <a:r>
              <a:rPr lang="en-US" dirty="0" smtClean="0"/>
              <a:t>1.5</a:t>
            </a:r>
            <a:r>
              <a:rPr lang="en-US" dirty="0"/>
              <a:t>. Establish a </a:t>
            </a:r>
            <a:r>
              <a:rPr lang="en-US" dirty="0" smtClean="0"/>
              <a:t>___________ </a:t>
            </a:r>
            <a:r>
              <a:rPr lang="en-US" dirty="0"/>
              <a:t>work area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1.6</a:t>
            </a:r>
            <a:r>
              <a:rPr lang="en-US" dirty="0"/>
              <a:t>. Establish emergency </a:t>
            </a:r>
            <a:r>
              <a:rPr lang="en-US" u="sng" dirty="0"/>
              <a:t>procedures</a:t>
            </a:r>
            <a:r>
              <a:rPr lang="en-US" dirty="0"/>
              <a:t> and </a:t>
            </a:r>
            <a:r>
              <a:rPr lang="en-US" dirty="0" smtClean="0"/>
              <a:t>________________.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1.7</a:t>
            </a:r>
            <a:r>
              <a:rPr lang="en-US" dirty="0"/>
              <a:t>. Establish a safe work area and use of </a:t>
            </a:r>
            <a:r>
              <a:rPr lang="en-US" u="sng" dirty="0"/>
              <a:t>signage</a:t>
            </a:r>
            <a:r>
              <a:rPr lang="en-US" dirty="0"/>
              <a:t> to warn others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1.8</a:t>
            </a:r>
            <a:r>
              <a:rPr lang="en-US" dirty="0"/>
              <a:t>. Ensure that the worksite is properly </a:t>
            </a:r>
            <a:r>
              <a:rPr lang="en-US" dirty="0" smtClean="0"/>
              <a:t>_______________.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1.9</a:t>
            </a:r>
            <a:r>
              <a:rPr lang="en-US" dirty="0"/>
              <a:t>. Ensure that all </a:t>
            </a:r>
            <a:r>
              <a:rPr lang="en-US" dirty="0" smtClean="0"/>
              <a:t>_______________ </a:t>
            </a:r>
            <a:r>
              <a:rPr lang="en-US" dirty="0"/>
              <a:t>tools and </a:t>
            </a:r>
            <a:r>
              <a:rPr lang="en-US" u="sng" dirty="0"/>
              <a:t>equipment</a:t>
            </a:r>
            <a:r>
              <a:rPr lang="en-US" dirty="0"/>
              <a:t> used are regularly maintained and inspected for defects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1.10</a:t>
            </a:r>
            <a:r>
              <a:rPr lang="en-US" dirty="0"/>
              <a:t>. </a:t>
            </a:r>
            <a:r>
              <a:rPr lang="en-US" dirty="0" smtClean="0"/>
              <a:t>_______________ </a:t>
            </a:r>
            <a:r>
              <a:rPr lang="en-US" dirty="0"/>
              <a:t>risk management prior to commencing the waterproofing works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(qualified: signage: ventilation: inspection: cleaned: equipments: safe: electrical: protective: conduct)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(10)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13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481</TotalTime>
  <Words>147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96</cp:revision>
  <dcterms:created xsi:type="dcterms:W3CDTF">2022-08-25T11:18:17Z</dcterms:created>
  <dcterms:modified xsi:type="dcterms:W3CDTF">2024-01-16T17:20:00Z</dcterms:modified>
</cp:coreProperties>
</file>