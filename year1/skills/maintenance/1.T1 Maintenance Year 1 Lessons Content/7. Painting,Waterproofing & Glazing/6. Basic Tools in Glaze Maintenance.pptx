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1" r:id="rId4"/>
    <p:sldId id="260" r:id="rId5"/>
    <p:sldId id="264" r:id="rId6"/>
    <p:sldId id="271" r:id="rId7"/>
    <p:sldId id="269" r:id="rId8"/>
    <p:sldId id="270" r:id="rId9"/>
    <p:sldId id="273" r:id="rId10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6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1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1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0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5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6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0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80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25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9599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14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32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4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2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8"/>
            <a:ext cx="11536786" cy="623352"/>
          </a:xfrm>
        </p:spPr>
        <p:txBody>
          <a:bodyPr>
            <a:normAutofit fontScale="90000"/>
          </a:bodyPr>
          <a:lstStyle/>
          <a:p>
            <a:r>
              <a:rPr lang="en-US" b="1" u="sng" dirty="0" smtClean="0"/>
              <a:t>Glazing Maintenance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1291"/>
            <a:ext cx="11353799" cy="62267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u="sng" dirty="0" smtClean="0"/>
              <a:t>Basic Glazing Tools</a:t>
            </a:r>
          </a:p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u="sng" dirty="0" smtClean="0"/>
              <a:t>Glazier Hammer</a:t>
            </a:r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tapping</a:t>
            </a:r>
            <a:r>
              <a:rPr lang="en-US" dirty="0" smtClean="0"/>
              <a:t> on glass and window frame to ensure a secure and perfect fit .</a:t>
            </a:r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u="sng" dirty="0" smtClean="0"/>
              <a:t>Putty Chisel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-It is used for </a:t>
            </a:r>
            <a:r>
              <a:rPr lang="en-US" u="sng" dirty="0" smtClean="0"/>
              <a:t>removing</a:t>
            </a:r>
            <a:r>
              <a:rPr lang="en-US" dirty="0" smtClean="0"/>
              <a:t> putty on the window frame or sashes.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4060358"/>
            <a:ext cx="2879572" cy="19831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5" y="1478071"/>
            <a:ext cx="2879572" cy="176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339"/>
            <a:ext cx="11353799" cy="66976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u="sng" dirty="0" smtClean="0"/>
              <a:t>Window Scrapers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removing</a:t>
            </a:r>
            <a:r>
              <a:rPr lang="en-US" dirty="0" smtClean="0"/>
              <a:t> stubborn materials from glass surfaces.</a:t>
            </a:r>
          </a:p>
          <a:p>
            <a:pPr marL="0" indent="0">
              <a:buNone/>
            </a:pPr>
            <a:r>
              <a:rPr lang="en-US" dirty="0" smtClean="0"/>
              <a:t>4. </a:t>
            </a:r>
            <a:r>
              <a:rPr lang="en-US" u="sng" dirty="0" smtClean="0"/>
              <a:t>Glass Suction Cup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l</a:t>
            </a:r>
            <a:r>
              <a:rPr lang="en-US" u="sng" dirty="0" smtClean="0"/>
              <a:t>ifting</a:t>
            </a:r>
            <a:r>
              <a:rPr lang="en-US" dirty="0" smtClean="0"/>
              <a:t>, </a:t>
            </a:r>
            <a:r>
              <a:rPr lang="en-US" u="sng" dirty="0" smtClean="0"/>
              <a:t>moving</a:t>
            </a:r>
            <a:r>
              <a:rPr lang="en-US" dirty="0" smtClean="0"/>
              <a:t> and </a:t>
            </a:r>
            <a:r>
              <a:rPr lang="en-US" u="sng" dirty="0" smtClean="0"/>
              <a:t>position</a:t>
            </a:r>
            <a:r>
              <a:rPr lang="en-US" dirty="0" smtClean="0"/>
              <a:t> glass panels with ease.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691085"/>
            <a:ext cx="2430048" cy="17938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5" y="3599928"/>
            <a:ext cx="2430047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353799" cy="6598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u="sng" dirty="0" smtClean="0"/>
              <a:t>5.Glass polishers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000" u="sng" dirty="0" smtClean="0"/>
              <a:t>                        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to </a:t>
            </a:r>
            <a:r>
              <a:rPr lang="en-US" sz="2000" u="sng" dirty="0" smtClean="0"/>
              <a:t>get</a:t>
            </a:r>
            <a:r>
              <a:rPr lang="en-US" sz="2000" dirty="0" smtClean="0"/>
              <a:t> scratches out of glass.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6. </a:t>
            </a:r>
            <a:r>
              <a:rPr lang="en-US" sz="2000" u="sng" dirty="0" smtClean="0"/>
              <a:t>Glass cutter.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cutting</a:t>
            </a:r>
            <a:r>
              <a:rPr lang="en-US" sz="2000" dirty="0" smtClean="0"/>
              <a:t> glass.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79346">
            <a:off x="1932402" y="3635098"/>
            <a:ext cx="1751897" cy="17518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625" y="579533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938"/>
            <a:ext cx="11198136" cy="68500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 smtClean="0"/>
              <a:t>7. </a:t>
            </a:r>
            <a:r>
              <a:rPr lang="en-US" sz="2000" u="sng" dirty="0" smtClean="0"/>
              <a:t>Glass </a:t>
            </a:r>
            <a:r>
              <a:rPr lang="en-US" sz="2000" u="sng" dirty="0"/>
              <a:t>G</a:t>
            </a:r>
            <a:r>
              <a:rPr lang="en-US" sz="2000" u="sng" dirty="0" smtClean="0"/>
              <a:t>un</a:t>
            </a:r>
          </a:p>
          <a:p>
            <a:pPr marL="0" indent="0">
              <a:buNone/>
            </a:pPr>
            <a:r>
              <a:rPr lang="en-US" sz="2000" dirty="0" smtClean="0"/>
              <a:t>                          </a:t>
            </a:r>
          </a:p>
          <a:p>
            <a:pPr marL="0" indent="0">
              <a:buNone/>
            </a:pPr>
            <a:r>
              <a:rPr lang="en-US" sz="2000" dirty="0" smtClean="0"/>
              <a:t>                    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</a:t>
            </a:r>
            <a:r>
              <a:rPr lang="en-US" sz="2000" dirty="0"/>
              <a:t>is </a:t>
            </a:r>
            <a:r>
              <a:rPr lang="en-US" sz="2000" dirty="0" smtClean="0"/>
              <a:t>used to </a:t>
            </a:r>
            <a:r>
              <a:rPr lang="en-US" sz="2000" u="sng" dirty="0" smtClean="0"/>
              <a:t>plant</a:t>
            </a:r>
            <a:r>
              <a:rPr lang="en-US" sz="2000" dirty="0" smtClean="0"/>
              <a:t> nails to hold the place in place .</a:t>
            </a:r>
          </a:p>
          <a:p>
            <a:pPr marL="0" indent="0">
              <a:buNone/>
            </a:pPr>
            <a:r>
              <a:rPr lang="en-US" sz="2000" dirty="0" smtClean="0"/>
              <a:t>8. </a:t>
            </a:r>
            <a:r>
              <a:rPr lang="en-US" sz="2000" u="sng" dirty="0" smtClean="0"/>
              <a:t>Glass Compass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circular</a:t>
            </a:r>
            <a:r>
              <a:rPr lang="en-US" sz="2000" dirty="0" smtClean="0"/>
              <a:t> cuts.  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465138"/>
            <a:ext cx="2271808" cy="18704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5" y="3432969"/>
            <a:ext cx="2424208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0890161" cy="653086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 smtClean="0"/>
              <a:t>9. </a:t>
            </a:r>
            <a:r>
              <a:rPr lang="en-US" sz="8000" u="sng" dirty="0" smtClean="0"/>
              <a:t>Putty Knife</a:t>
            </a:r>
          </a:p>
          <a:p>
            <a:pPr>
              <a:buFontTx/>
              <a:buChar char="-"/>
            </a:pPr>
            <a:endParaRPr lang="en-US" sz="9600" dirty="0" smtClean="0"/>
          </a:p>
          <a:p>
            <a:pPr>
              <a:buFontTx/>
              <a:buChar char="-"/>
            </a:pPr>
            <a:endParaRPr lang="en-US" sz="8000" dirty="0"/>
          </a:p>
          <a:p>
            <a:pPr>
              <a:buFontTx/>
              <a:buChar char="-"/>
            </a:pPr>
            <a:endParaRPr lang="en-US" sz="8000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r>
              <a:rPr lang="en-US" sz="8000" dirty="0" smtClean="0"/>
              <a:t>- It is used to </a:t>
            </a:r>
            <a:r>
              <a:rPr lang="en-US" sz="8000" u="sng" dirty="0" smtClean="0"/>
              <a:t>work</a:t>
            </a:r>
            <a:r>
              <a:rPr lang="en-US" sz="8000" dirty="0" smtClean="0"/>
              <a:t> putty around the edges of each panel of glass. </a:t>
            </a:r>
          </a:p>
          <a:p>
            <a:pPr marL="0" indent="0">
              <a:buNone/>
            </a:pPr>
            <a:r>
              <a:rPr lang="en-US" sz="8000" dirty="0" smtClean="0"/>
              <a:t>10. </a:t>
            </a:r>
            <a:r>
              <a:rPr lang="en-US" sz="8000" u="sng" dirty="0" smtClean="0"/>
              <a:t>Glass Drilling Bits</a:t>
            </a:r>
          </a:p>
          <a:p>
            <a:pPr marL="0" indent="0">
              <a:buNone/>
            </a:pPr>
            <a:endParaRPr lang="en-US" sz="8000" u="sng" dirty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u="sng" dirty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r>
              <a:rPr lang="en-US" sz="8000" dirty="0" smtClean="0"/>
              <a:t>- It is used for </a:t>
            </a:r>
            <a:r>
              <a:rPr lang="en-US" sz="8000" u="sng" dirty="0" smtClean="0"/>
              <a:t>drilling</a:t>
            </a:r>
            <a:r>
              <a:rPr lang="en-US" sz="8000" dirty="0" smtClean="0"/>
              <a:t> holes through hard materials like  glass, masonry, stones etc. </a:t>
            </a:r>
          </a:p>
          <a:p>
            <a:pPr>
              <a:buFontTx/>
              <a:buChar char="-"/>
            </a:pPr>
            <a:endParaRPr lang="en-US" sz="80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3151163"/>
            <a:ext cx="2617548" cy="189315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5" y="575457"/>
            <a:ext cx="2617548" cy="154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8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799" cy="6606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u="sng" dirty="0"/>
              <a:t>Basic hand tools</a:t>
            </a:r>
            <a:endParaRPr lang="en-US" sz="3600" dirty="0" smtClean="0"/>
          </a:p>
          <a:p>
            <a:pPr marL="0" indent="0">
              <a:buNone/>
            </a:pPr>
            <a:r>
              <a:rPr lang="en-US" sz="2000" dirty="0" smtClean="0"/>
              <a:t>11.</a:t>
            </a:r>
            <a:r>
              <a:rPr lang="en-US" sz="2000" u="sng" dirty="0" smtClean="0"/>
              <a:t>Glass Shovel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to </a:t>
            </a:r>
            <a:r>
              <a:rPr lang="en-US" sz="2000" u="sng" dirty="0" smtClean="0"/>
              <a:t>hold</a:t>
            </a:r>
            <a:r>
              <a:rPr lang="en-US" sz="2000" dirty="0" smtClean="0"/>
              <a:t> the paddle against your glazing beads and tap them in position.                          </a:t>
            </a:r>
          </a:p>
          <a:p>
            <a:pPr marL="0" indent="0">
              <a:buNone/>
            </a:pPr>
            <a:r>
              <a:rPr lang="en-US" sz="2000" u="sng" dirty="0" smtClean="0">
                <a:solidFill>
                  <a:schemeClr val="accent1"/>
                </a:solidFill>
              </a:rPr>
              <a:t>Video</a:t>
            </a:r>
            <a:r>
              <a:rPr lang="en-US" sz="2000" dirty="0" smtClean="0">
                <a:solidFill>
                  <a:schemeClr val="accent1"/>
                </a:solidFill>
              </a:rPr>
              <a:t> :</a:t>
            </a:r>
          </a:p>
          <a:p>
            <a:pPr marL="0" indent="0">
              <a:buNone/>
            </a:pPr>
            <a:r>
              <a:rPr lang="en-US" sz="2000" dirty="0"/>
              <a:t>https://youtube.com/shorts/rwLOu5rCNEM?si=uvWGhqBb7OFmIsKI</a:t>
            </a:r>
          </a:p>
          <a:p>
            <a:pPr marL="0" indent="0">
              <a:buNone/>
            </a:pPr>
            <a:r>
              <a:rPr lang="en-US" sz="2000" u="sng" dirty="0" smtClean="0"/>
              <a:t>Feedback</a:t>
            </a:r>
            <a:r>
              <a:rPr lang="en-US" sz="2000" dirty="0" smtClean="0"/>
              <a:t> : Activity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" y="1175752"/>
            <a:ext cx="2913527" cy="203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4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71863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 : Maintenance						        Marks : 10</a:t>
            </a:r>
            <a:br>
              <a:rPr lang="en-US" sz="2700" dirty="0" smtClean="0"/>
            </a:br>
            <a:r>
              <a:rPr lang="en-US" sz="2700" dirty="0" smtClean="0"/>
              <a:t>Grade	   : Year </a:t>
            </a:r>
            <a:r>
              <a:rPr lang="en-US" sz="2700" dirty="0"/>
              <a:t>1</a:t>
            </a:r>
            <a:r>
              <a:rPr lang="en-US" sz="2700" dirty="0" smtClean="0"/>
              <a:t>						</a:t>
            </a:r>
            <a:r>
              <a:rPr lang="en-US" sz="2700" smtClean="0"/>
              <a:t>                  Time  :  </a:t>
            </a:r>
            <a:r>
              <a:rPr lang="en-US" sz="2700" smtClean="0"/>
              <a:t>30 mins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smtClean="0"/>
              <a:t>Date      </a:t>
            </a:r>
            <a:r>
              <a:rPr lang="en-US" sz="2700" smtClean="0"/>
              <a:t>:   /  / 2024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0" indent="0">
              <a:buNone/>
            </a:pPr>
            <a:r>
              <a:rPr lang="en-US" dirty="0" smtClean="0"/>
              <a:t>1.Name the following hand tools that are used in glazing.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						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1.__________________				       2.____________________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						</a:t>
            </a:r>
          </a:p>
          <a:p>
            <a:pPr marL="0" indent="0">
              <a:buNone/>
            </a:pPr>
            <a:r>
              <a:rPr lang="en-US" dirty="0" smtClean="0"/>
              <a:t>3.___________________  				      4. ____________________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47" y="2751087"/>
            <a:ext cx="1377109" cy="11364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894" y="4265992"/>
            <a:ext cx="1959351" cy="11600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024" y="2662420"/>
            <a:ext cx="1818153" cy="13138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247" y="4265992"/>
            <a:ext cx="1569421" cy="116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_________________  				              6. 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3657600" lvl="8" indent="0">
              <a:buNone/>
            </a:pPr>
            <a:r>
              <a:rPr lang="en-US" sz="1800" dirty="0" smtClean="0"/>
              <a:t>					</a:t>
            </a:r>
          </a:p>
          <a:p>
            <a:pPr marL="0" indent="0">
              <a:buNone/>
            </a:pPr>
            <a:r>
              <a:rPr lang="en-US" dirty="0" smtClean="0"/>
              <a:t>7. __________________ 				              8.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9. __________________ 				             10.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																(10)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25" y="92418"/>
            <a:ext cx="1706857" cy="12005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736" y="3121840"/>
            <a:ext cx="1819761" cy="14393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25" y="1752916"/>
            <a:ext cx="1706857" cy="10791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876" y="-67346"/>
            <a:ext cx="1718630" cy="15201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46" y="3253856"/>
            <a:ext cx="1706857" cy="11752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7876" y="1598680"/>
            <a:ext cx="1664042" cy="123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sz="3600" u="sng" dirty="0">
                <a:solidFill>
                  <a:schemeClr val="accent1"/>
                </a:solidFill>
              </a:rPr>
              <a:t>Feedback</a:t>
            </a:r>
            <a:r>
              <a:rPr lang="en-US" sz="3600" dirty="0">
                <a:solidFill>
                  <a:schemeClr val="accent1"/>
                </a:solidFill>
              </a:rPr>
              <a:t> : Activity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(Practical lesson or Project)</a:t>
            </a:r>
          </a:p>
          <a:p>
            <a:pPr marL="0" indent="0">
              <a:buNone/>
            </a:pPr>
            <a:r>
              <a:rPr lang="en-US" sz="3600">
                <a:solidFill>
                  <a:schemeClr val="accent1"/>
                </a:solidFill>
              </a:rPr>
              <a:t>               </a:t>
            </a:r>
            <a:r>
              <a:rPr lang="en-US" sz="3600" u="sng" smtClean="0">
                <a:solidFill>
                  <a:schemeClr val="accent1"/>
                </a:solidFill>
              </a:rPr>
              <a:t>Glazing</a:t>
            </a:r>
            <a:endParaRPr lang="en-US" sz="36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49" y="2261382"/>
            <a:ext cx="6069312" cy="403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8545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690</TotalTime>
  <Words>251</Words>
  <Application>Microsoft Office PowerPoint</Application>
  <PresentationFormat>Widescreen</PresentationFormat>
  <Paragraphs>125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Glazing Maintenance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Kwa Thema Skills School Subject  : Maintenance              Marks : 10 Grade    : Year 1                        Time  :  30 mins Date      :   /  / 2024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117</cp:revision>
  <cp:lastPrinted>2022-08-31T07:07:01Z</cp:lastPrinted>
  <dcterms:created xsi:type="dcterms:W3CDTF">2022-08-25T11:18:17Z</dcterms:created>
  <dcterms:modified xsi:type="dcterms:W3CDTF">2024-01-16T17:23:28Z</dcterms:modified>
</cp:coreProperties>
</file>