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58" r:id="rId3"/>
    <p:sldId id="262" r:id="rId4"/>
    <p:sldId id="261" r:id="rId5"/>
    <p:sldId id="260" r:id="rId6"/>
    <p:sldId id="264" r:id="rId7"/>
    <p:sldId id="271" r:id="rId8"/>
    <p:sldId id="269" r:id="rId9"/>
    <p:sldId id="270" r:id="rId10"/>
    <p:sldId id="273" r:id="rId11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68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15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19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0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6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5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7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6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0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280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25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9599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14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32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4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21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u="sng" dirty="0" smtClean="0">
                <a:solidFill>
                  <a:schemeClr val="accent1"/>
                </a:solidFill>
              </a:rPr>
              <a:t>Waterproofing Maintenance</a:t>
            </a:r>
          </a:p>
          <a:p>
            <a:pPr marL="0" indent="0">
              <a:buNone/>
            </a:pPr>
            <a:endParaRPr lang="en-US" sz="36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6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6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6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6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6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6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6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029" y="848096"/>
            <a:ext cx="5478703" cy="557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240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938"/>
            <a:ext cx="11536786" cy="741183"/>
          </a:xfrm>
        </p:spPr>
        <p:txBody>
          <a:bodyPr/>
          <a:lstStyle/>
          <a:p>
            <a:r>
              <a:rPr lang="en-US" b="1" u="sng" dirty="0" smtClean="0"/>
              <a:t>Basic </a:t>
            </a:r>
            <a:r>
              <a:rPr lang="en-US" b="1" u="sng" dirty="0"/>
              <a:t>T</a:t>
            </a:r>
            <a:r>
              <a:rPr lang="en-US" b="1" u="sng" dirty="0" smtClean="0"/>
              <a:t>ools.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01521"/>
            <a:ext cx="11353799" cy="59564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u="sng" dirty="0" smtClean="0"/>
              <a:t>Rollers</a:t>
            </a:r>
          </a:p>
          <a:p>
            <a:pPr marL="514350" indent="-514350">
              <a:buAutoNum type="arabicPeriod"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r>
              <a:rPr lang="en-US" dirty="0" smtClean="0"/>
              <a:t>- It is used when you need a </a:t>
            </a:r>
            <a:r>
              <a:rPr lang="en-US" u="sng" dirty="0" smtClean="0"/>
              <a:t>thin</a:t>
            </a:r>
            <a:r>
              <a:rPr lang="en-US" dirty="0" smtClean="0"/>
              <a:t> film of the coating material  .</a:t>
            </a:r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u="sng" dirty="0" smtClean="0"/>
              <a:t>PU Injection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-It is used to </a:t>
            </a:r>
            <a:r>
              <a:rPr lang="en-US" u="sng" dirty="0" smtClean="0"/>
              <a:t>correct</a:t>
            </a:r>
            <a:r>
              <a:rPr lang="en-US" dirty="0" smtClean="0"/>
              <a:t> faults in concrete.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5" y="1411078"/>
            <a:ext cx="2361689" cy="166262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5" y="3979844"/>
            <a:ext cx="2209289" cy="197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339"/>
            <a:ext cx="11353799" cy="66976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3. </a:t>
            </a:r>
            <a:r>
              <a:rPr lang="en-US" u="sng" dirty="0" smtClean="0"/>
              <a:t>Epoxy Tools</a:t>
            </a:r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bonding</a:t>
            </a:r>
            <a:r>
              <a:rPr lang="en-US" dirty="0" smtClean="0"/>
              <a:t> concrete.</a:t>
            </a:r>
          </a:p>
          <a:p>
            <a:pPr marL="0" indent="0">
              <a:buNone/>
            </a:pPr>
            <a:r>
              <a:rPr lang="en-US" dirty="0" smtClean="0"/>
              <a:t>4. </a:t>
            </a:r>
            <a:r>
              <a:rPr lang="en-US" u="sng" dirty="0" smtClean="0"/>
              <a:t>Stirrer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to </a:t>
            </a:r>
            <a:r>
              <a:rPr lang="en-US" u="sng" dirty="0" smtClean="0"/>
              <a:t>mix</a:t>
            </a:r>
            <a:r>
              <a:rPr lang="en-US" dirty="0" smtClean="0"/>
              <a:t> fluid in a container 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5" y="3558448"/>
            <a:ext cx="2282825" cy="20938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5" y="786673"/>
            <a:ext cx="228282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6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353799" cy="65989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u="sng" dirty="0" smtClean="0"/>
              <a:t>5.Groove Cutting Tool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r>
              <a:rPr lang="en-US" sz="2000" u="sng" dirty="0" smtClean="0"/>
              <a:t>                         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is used to </a:t>
            </a:r>
            <a:r>
              <a:rPr lang="en-US" sz="2000" u="sng" dirty="0" smtClean="0"/>
              <a:t>weaken</a:t>
            </a:r>
            <a:r>
              <a:rPr lang="en-US" sz="2000" dirty="0" smtClean="0"/>
              <a:t> the slab.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6. </a:t>
            </a:r>
            <a:r>
              <a:rPr lang="en-US" sz="2000" u="sng" dirty="0" smtClean="0"/>
              <a:t>Steel Scrapper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endParaRPr lang="en-US" sz="2000" u="sng" dirty="0" smtClean="0"/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endParaRPr lang="en-US" sz="2000" u="sng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is used for </a:t>
            </a:r>
            <a:r>
              <a:rPr lang="en-US" sz="2000" u="sng" dirty="0" smtClean="0"/>
              <a:t>preparing</a:t>
            </a:r>
            <a:r>
              <a:rPr lang="en-US" sz="2000" dirty="0" smtClean="0"/>
              <a:t> the surface for finishing.</a:t>
            </a:r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4" y="465138"/>
            <a:ext cx="2558247" cy="21697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4" y="4142343"/>
            <a:ext cx="2558247" cy="185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938"/>
            <a:ext cx="11198136" cy="68500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 smtClean="0"/>
              <a:t>7. </a:t>
            </a:r>
            <a:r>
              <a:rPr lang="en-US" sz="2000" u="sng" dirty="0" smtClean="0"/>
              <a:t>Spike Roller</a:t>
            </a:r>
          </a:p>
          <a:p>
            <a:pPr marL="0" indent="0">
              <a:buNone/>
            </a:pPr>
            <a:r>
              <a:rPr lang="en-US" sz="2000" dirty="0" smtClean="0"/>
              <a:t>                          </a:t>
            </a:r>
          </a:p>
          <a:p>
            <a:pPr marL="0" indent="0">
              <a:buNone/>
            </a:pPr>
            <a:r>
              <a:rPr lang="en-US" sz="2000" dirty="0" smtClean="0"/>
              <a:t>                     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</a:t>
            </a:r>
            <a:r>
              <a:rPr lang="en-US" sz="2000" dirty="0"/>
              <a:t>is </a:t>
            </a:r>
            <a:r>
              <a:rPr lang="en-US" sz="2000" dirty="0" smtClean="0"/>
              <a:t>used for </a:t>
            </a:r>
            <a:r>
              <a:rPr lang="en-US" sz="2000" u="sng" dirty="0" smtClean="0"/>
              <a:t>ensuring</a:t>
            </a:r>
            <a:r>
              <a:rPr lang="en-US" sz="2000" dirty="0" smtClean="0"/>
              <a:t> proper penetration.</a:t>
            </a:r>
          </a:p>
          <a:p>
            <a:pPr marL="0" indent="0">
              <a:buNone/>
            </a:pPr>
            <a:r>
              <a:rPr lang="en-US" sz="2000" dirty="0" smtClean="0"/>
              <a:t>8. </a:t>
            </a:r>
            <a:r>
              <a:rPr lang="en-US" sz="2000" u="sng" dirty="0" smtClean="0"/>
              <a:t>Spike Shoes</a:t>
            </a:r>
          </a:p>
          <a:p>
            <a:pPr>
              <a:buFontTx/>
              <a:buChar char="-"/>
            </a:pPr>
            <a:endParaRPr lang="en-US" sz="2000" dirty="0" smtClean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is used to help to </a:t>
            </a:r>
            <a:r>
              <a:rPr lang="en-US" sz="2000" u="sng" dirty="0" smtClean="0"/>
              <a:t>move </a:t>
            </a:r>
            <a:r>
              <a:rPr lang="en-US" sz="2000" dirty="0" smtClean="0"/>
              <a:t>on wet coatings. 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5" y="3338111"/>
            <a:ext cx="2545394" cy="16979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5" y="645152"/>
            <a:ext cx="2853368" cy="174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6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10890161" cy="653086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 smtClean="0"/>
              <a:t>9. </a:t>
            </a:r>
            <a:r>
              <a:rPr lang="en-US" sz="8000" u="sng" dirty="0" smtClean="0"/>
              <a:t>Magnesium Bull Float</a:t>
            </a:r>
          </a:p>
          <a:p>
            <a:pPr>
              <a:buFontTx/>
              <a:buChar char="-"/>
            </a:pPr>
            <a:endParaRPr lang="en-US" sz="9600" dirty="0" smtClean="0"/>
          </a:p>
          <a:p>
            <a:pPr>
              <a:buFontTx/>
              <a:buChar char="-"/>
            </a:pPr>
            <a:endParaRPr lang="en-US" sz="8000" dirty="0"/>
          </a:p>
          <a:p>
            <a:pPr>
              <a:buFontTx/>
              <a:buChar char="-"/>
            </a:pPr>
            <a:endParaRPr lang="en-US" sz="8000" dirty="0" smtClean="0"/>
          </a:p>
          <a:p>
            <a:pPr marL="0" indent="0">
              <a:buNone/>
            </a:pPr>
            <a:endParaRPr lang="en-US" sz="8000" dirty="0" smtClean="0"/>
          </a:p>
          <a:p>
            <a:pPr marL="0" indent="0">
              <a:buNone/>
            </a:pPr>
            <a:endParaRPr lang="en-US" sz="8000" dirty="0" smtClean="0"/>
          </a:p>
          <a:p>
            <a:pPr marL="0" indent="0">
              <a:buNone/>
            </a:pPr>
            <a:r>
              <a:rPr lang="en-US" sz="8000" dirty="0" smtClean="0"/>
              <a:t>- It is used to </a:t>
            </a:r>
            <a:r>
              <a:rPr lang="en-US" sz="8000" u="sng" dirty="0" smtClean="0"/>
              <a:t>correct</a:t>
            </a:r>
            <a:r>
              <a:rPr lang="en-US" sz="8000" dirty="0" smtClean="0"/>
              <a:t> imperfections in the initial screeding process </a:t>
            </a:r>
          </a:p>
          <a:p>
            <a:pPr marL="0" indent="0">
              <a:buNone/>
            </a:pPr>
            <a:r>
              <a:rPr lang="en-US" sz="8000" dirty="0" smtClean="0"/>
              <a:t>10. </a:t>
            </a:r>
            <a:r>
              <a:rPr lang="en-US" sz="8000" u="sng" dirty="0" smtClean="0"/>
              <a:t>Trowel</a:t>
            </a:r>
          </a:p>
          <a:p>
            <a:pPr marL="0" indent="0">
              <a:buNone/>
            </a:pPr>
            <a:endParaRPr lang="en-US" sz="8000" u="sng" dirty="0"/>
          </a:p>
          <a:p>
            <a:pPr marL="0" indent="0">
              <a:buNone/>
            </a:pPr>
            <a:endParaRPr lang="en-US" sz="8000" u="sng" dirty="0" smtClean="0"/>
          </a:p>
          <a:p>
            <a:pPr marL="0" indent="0">
              <a:buNone/>
            </a:pPr>
            <a:endParaRPr lang="en-US" sz="8000" u="sng" dirty="0"/>
          </a:p>
          <a:p>
            <a:pPr marL="0" indent="0">
              <a:buNone/>
            </a:pPr>
            <a:endParaRPr lang="en-US" sz="8000" u="sng" dirty="0" smtClean="0"/>
          </a:p>
          <a:p>
            <a:pPr marL="0" indent="0">
              <a:buNone/>
            </a:pPr>
            <a:endParaRPr lang="en-US" sz="8000" dirty="0" smtClean="0"/>
          </a:p>
          <a:p>
            <a:pPr marL="0" indent="0">
              <a:buNone/>
            </a:pPr>
            <a:endParaRPr lang="en-US" sz="8000" dirty="0" smtClean="0"/>
          </a:p>
          <a:p>
            <a:pPr marL="0" indent="0">
              <a:buNone/>
            </a:pPr>
            <a:r>
              <a:rPr lang="en-US" sz="8000" dirty="0" smtClean="0"/>
              <a:t>- It is used to </a:t>
            </a:r>
            <a:r>
              <a:rPr lang="en-US" sz="8000" u="sng" dirty="0" smtClean="0"/>
              <a:t>ensure</a:t>
            </a:r>
            <a:r>
              <a:rPr lang="en-US" sz="8000" dirty="0" smtClean="0"/>
              <a:t> that the immediate surface to be coated remains sufficiently hydrated.</a:t>
            </a:r>
          </a:p>
          <a:p>
            <a:pPr>
              <a:buFontTx/>
              <a:buChar char="-"/>
            </a:pPr>
            <a:endParaRPr lang="en-US" sz="8000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5" y="3040655"/>
            <a:ext cx="2143125" cy="20548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5" y="320674"/>
            <a:ext cx="2143125" cy="185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8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937"/>
            <a:ext cx="11434218" cy="68500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smtClean="0"/>
              <a:t>11. </a:t>
            </a:r>
            <a:r>
              <a:rPr lang="en-US" u="sng" dirty="0" smtClean="0"/>
              <a:t>Dowel Plate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to </a:t>
            </a:r>
            <a:r>
              <a:rPr lang="en-US" u="sng" dirty="0" smtClean="0"/>
              <a:t>provide</a:t>
            </a:r>
            <a:r>
              <a:rPr lang="en-US" dirty="0" smtClean="0"/>
              <a:t> load transfer between individual slabs .  </a:t>
            </a:r>
          </a:p>
          <a:p>
            <a:pPr marL="0" indent="0">
              <a:buNone/>
            </a:pPr>
            <a:r>
              <a:rPr lang="en-US" dirty="0" smtClean="0"/>
              <a:t>12. </a:t>
            </a:r>
            <a:r>
              <a:rPr lang="en-US" u="sng" dirty="0" smtClean="0"/>
              <a:t>Torch Gun</a:t>
            </a: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/>
              <a:t>It is used </a:t>
            </a:r>
            <a:r>
              <a:rPr lang="en-US" dirty="0" smtClean="0"/>
              <a:t>to </a:t>
            </a:r>
            <a:r>
              <a:rPr lang="en-US" u="sng" dirty="0" smtClean="0"/>
              <a:t>heat</a:t>
            </a:r>
            <a:r>
              <a:rPr lang="en-US" dirty="0" smtClean="0"/>
              <a:t> asphalt material directly onto the roof.                          </a:t>
            </a:r>
            <a:endParaRPr lang="en-US" dirty="0"/>
          </a:p>
          <a:p>
            <a:pPr marL="0" indent="0">
              <a:buNone/>
            </a:pPr>
            <a:r>
              <a:rPr lang="en-US" u="sng" dirty="0" smtClean="0">
                <a:solidFill>
                  <a:schemeClr val="accent1"/>
                </a:solidFill>
              </a:rPr>
              <a:t>Video</a:t>
            </a:r>
            <a:r>
              <a:rPr lang="en-US" dirty="0" smtClean="0"/>
              <a:t> :</a:t>
            </a:r>
          </a:p>
          <a:p>
            <a:pPr marL="0" indent="0">
              <a:buNone/>
            </a:pPr>
            <a:r>
              <a:rPr lang="en-US" dirty="0"/>
              <a:t>https://youtu.be/kEVQDdgzgrQ?si=WcNnixX_kgUrcPRi</a:t>
            </a:r>
          </a:p>
          <a:p>
            <a:pPr marL="0" indent="0">
              <a:buNone/>
            </a:pPr>
            <a:r>
              <a:rPr lang="en-US" u="sng" dirty="0" smtClean="0"/>
              <a:t>Feedback</a:t>
            </a:r>
            <a:r>
              <a:rPr lang="en-US" dirty="0" smtClean="0"/>
              <a:t> : Activity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5" y="3589774"/>
            <a:ext cx="2463359" cy="15391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5" y="721506"/>
            <a:ext cx="2463359" cy="158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94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71863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 : Maintenance						        Marks : 10</a:t>
            </a:r>
            <a:br>
              <a:rPr lang="en-US" sz="2700" dirty="0" smtClean="0"/>
            </a:br>
            <a:r>
              <a:rPr lang="en-US" sz="2700" dirty="0" smtClean="0"/>
              <a:t>Grade	   : Year </a:t>
            </a:r>
            <a:r>
              <a:rPr lang="en-US" sz="2700" dirty="0"/>
              <a:t>1</a:t>
            </a:r>
            <a:r>
              <a:rPr lang="en-US" sz="2700" dirty="0" smtClean="0"/>
              <a:t>						</a:t>
            </a:r>
            <a:r>
              <a:rPr lang="en-US" sz="2700" smtClean="0"/>
              <a:t>                  Time  </a:t>
            </a:r>
            <a:r>
              <a:rPr lang="en-US" sz="2700" dirty="0" smtClean="0"/>
              <a:t>:  30mins</a:t>
            </a:r>
            <a:br>
              <a:rPr lang="en-US" sz="2700" dirty="0" smtClean="0"/>
            </a:br>
            <a:r>
              <a:rPr lang="en-US" sz="2700" smtClean="0"/>
              <a:t>Date      </a:t>
            </a:r>
            <a:r>
              <a:rPr lang="en-US" sz="2700" smtClean="0"/>
              <a:t>:   /  / 2024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Question:1</a:t>
            </a:r>
          </a:p>
          <a:p>
            <a:pPr marL="0" indent="0">
              <a:buNone/>
            </a:pPr>
            <a:r>
              <a:rPr lang="en-US" dirty="0" smtClean="0"/>
              <a:t>1.Name the following hand tools that are used in waterproofing.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							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1.__________________				       2.____________________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							</a:t>
            </a:r>
          </a:p>
          <a:p>
            <a:pPr marL="0" indent="0">
              <a:buNone/>
            </a:pPr>
            <a:r>
              <a:rPr lang="en-US" dirty="0" smtClean="0"/>
              <a:t>3.___________________  				      4. ____________________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104" y="2639499"/>
            <a:ext cx="1767981" cy="12935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97" y="2639499"/>
            <a:ext cx="1507280" cy="12211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50" y="4238337"/>
            <a:ext cx="1868574" cy="131814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8263" y="4238337"/>
            <a:ext cx="1886822" cy="114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5. _________________  				              6. ____________________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</a:t>
            </a:r>
          </a:p>
          <a:p>
            <a:pPr marL="3657600" lvl="8" indent="0">
              <a:buNone/>
            </a:pPr>
            <a:r>
              <a:rPr lang="en-US" sz="1800" dirty="0" smtClean="0"/>
              <a:t>					</a:t>
            </a:r>
          </a:p>
          <a:p>
            <a:pPr marL="0" indent="0">
              <a:buNone/>
            </a:pPr>
            <a:r>
              <a:rPr lang="en-US" dirty="0" smtClean="0"/>
              <a:t>7. __________________ 				              8.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9. __________________ 				             10. ___________________</a:t>
            </a:r>
          </a:p>
          <a:p>
            <a:pPr marL="0" indent="0">
              <a:buNone/>
            </a:pPr>
            <a:r>
              <a:rPr lang="en-US" dirty="0" smtClean="0"/>
              <a:t>																	(</a:t>
            </a:r>
            <a:r>
              <a:rPr lang="en-US" dirty="0"/>
              <a:t>10) </a:t>
            </a:r>
          </a:p>
          <a:p>
            <a:pPr marL="0" indent="0">
              <a:buNone/>
            </a:pPr>
            <a:r>
              <a:rPr lang="en-US" sz="1400" dirty="0" smtClean="0"/>
              <a:t>(</a:t>
            </a:r>
            <a:r>
              <a:rPr lang="en-US" sz="1400" smtClean="0"/>
              <a:t>Dowel plate</a:t>
            </a:r>
            <a:r>
              <a:rPr lang="en-US" sz="1400" dirty="0" smtClean="0"/>
              <a:t>; Spike roller; Trowel ; Groove cutting tool; Steel scrapper; Spike shoes; Stirrer; Epoxy tool; PU Injection; </a:t>
            </a:r>
            <a:r>
              <a:rPr lang="en-US" sz="1400" smtClean="0"/>
              <a:t>Torch gun</a:t>
            </a:r>
            <a:r>
              <a:rPr lang="en-US" sz="1400" dirty="0" smtClean="0"/>
              <a:t>) </a:t>
            </a:r>
            <a:r>
              <a:rPr lang="en-US" dirty="0" smtClean="0"/>
              <a:t>														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383" y="3429000"/>
            <a:ext cx="1293950" cy="112068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240" y="0"/>
            <a:ext cx="1503105" cy="14431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27" y="164440"/>
            <a:ext cx="1671406" cy="11142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0637" y="3243875"/>
            <a:ext cx="1940249" cy="10661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927" y="1640878"/>
            <a:ext cx="1981103" cy="12106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5153" y="1522315"/>
            <a:ext cx="1307277" cy="111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274002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u="sng" dirty="0">
                <a:solidFill>
                  <a:schemeClr val="accent1"/>
                </a:solidFill>
              </a:rPr>
              <a:t>Feedback</a:t>
            </a:r>
            <a:r>
              <a:rPr lang="en-US" sz="3600" dirty="0">
                <a:solidFill>
                  <a:schemeClr val="accent1"/>
                </a:solidFill>
              </a:rPr>
              <a:t> : Activity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accent1"/>
                </a:solidFill>
              </a:rPr>
              <a:t>(Practical lesson or Project)</a:t>
            </a:r>
          </a:p>
          <a:p>
            <a:pPr marL="0" indent="0">
              <a:buNone/>
            </a:pPr>
            <a:r>
              <a:rPr lang="en-US" sz="3600">
                <a:solidFill>
                  <a:schemeClr val="accent1"/>
                </a:solidFill>
              </a:rPr>
              <a:t>               </a:t>
            </a:r>
            <a:r>
              <a:rPr lang="en-US" sz="3600" u="sng" smtClean="0">
                <a:solidFill>
                  <a:schemeClr val="accent1"/>
                </a:solidFill>
              </a:rPr>
              <a:t>Waterproofing</a:t>
            </a:r>
            <a:endParaRPr lang="en-US" sz="36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040" y="2253601"/>
            <a:ext cx="4790940" cy="415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11728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717</TotalTime>
  <Words>236</Words>
  <Application>Microsoft Office PowerPoint</Application>
  <PresentationFormat>Widescreen</PresentationFormat>
  <Paragraphs>139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PowerPoint Presentation</vt:lpstr>
      <vt:lpstr>Basic Tools.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Kwa Thema Skills School Subject  : Maintenance              Marks : 10 Grade    : Year 1                        Time  :  30mins Date      :   /  / 2024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124</cp:revision>
  <cp:lastPrinted>2022-08-31T07:07:01Z</cp:lastPrinted>
  <dcterms:created xsi:type="dcterms:W3CDTF">2022-08-25T11:18:17Z</dcterms:created>
  <dcterms:modified xsi:type="dcterms:W3CDTF">2024-01-16T17:20:37Z</dcterms:modified>
</cp:coreProperties>
</file>