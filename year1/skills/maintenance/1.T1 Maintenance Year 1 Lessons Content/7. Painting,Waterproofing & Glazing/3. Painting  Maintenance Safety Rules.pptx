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2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38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3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2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8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93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74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411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50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9584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3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6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Painting Maintenance</a:t>
            </a: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3200" u="sng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chemeClr val="tx1"/>
                </a:solidFill>
              </a:rPr>
              <a:t>Video</a:t>
            </a:r>
            <a:r>
              <a:rPr lang="en-US" sz="2400" dirty="0">
                <a:solidFill>
                  <a:schemeClr val="tx1"/>
                </a:solidFill>
              </a:rPr>
              <a:t> : </a:t>
            </a:r>
            <a:r>
              <a:rPr lang="en-US" sz="2400" u="sng" dirty="0">
                <a:solidFill>
                  <a:schemeClr val="tx1"/>
                </a:solidFill>
              </a:rPr>
              <a:t>Introduction to </a:t>
            </a:r>
            <a:r>
              <a:rPr lang="en-US" sz="2400" u="sng" dirty="0" smtClean="0">
                <a:solidFill>
                  <a:schemeClr val="tx1"/>
                </a:solidFill>
              </a:rPr>
              <a:t>Painting Maintenance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https://youtu.be/tH3qfNbS6FE?si=QxL61QzV3d6e5f0h</a:t>
            </a:r>
            <a:endParaRPr lang="en-US" sz="2400" u="sng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32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62" y="775883"/>
            <a:ext cx="6517189" cy="451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29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Painting Maintenance</a:t>
            </a:r>
          </a:p>
          <a:p>
            <a:pPr marL="0" indent="0">
              <a:buNone/>
            </a:pPr>
            <a:r>
              <a:rPr lang="en-US" sz="2800" u="sng" dirty="0" smtClean="0">
                <a:solidFill>
                  <a:schemeClr val="accent1"/>
                </a:solidFill>
              </a:rPr>
              <a:t>Safety </a:t>
            </a:r>
            <a:r>
              <a:rPr lang="en-US" sz="2800" u="sng" dirty="0">
                <a:solidFill>
                  <a:schemeClr val="accent1"/>
                </a:solidFill>
              </a:rPr>
              <a:t>rules in the workshop</a:t>
            </a:r>
            <a:r>
              <a:rPr lang="en-US" sz="2800" dirty="0">
                <a:solidFill>
                  <a:schemeClr val="accent1"/>
                </a:solidFill>
              </a:rPr>
              <a:t>.</a:t>
            </a:r>
            <a:endParaRPr lang="en-US" sz="28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900" dirty="0" smtClean="0"/>
              <a:t>1. Do not </a:t>
            </a:r>
            <a:r>
              <a:rPr lang="en-US" sz="1900" u="sng" dirty="0" smtClean="0"/>
              <a:t>perform</a:t>
            </a:r>
            <a:r>
              <a:rPr lang="en-US" sz="1900" dirty="0" smtClean="0"/>
              <a:t> work in a heavily populated area.</a:t>
            </a:r>
          </a:p>
          <a:p>
            <a:pPr marL="0" indent="0">
              <a:buNone/>
            </a:pPr>
            <a:r>
              <a:rPr lang="en-US" sz="1900" dirty="0" smtClean="0"/>
              <a:t>2. </a:t>
            </a:r>
            <a:r>
              <a:rPr lang="en-US" sz="1900" u="sng" dirty="0" smtClean="0"/>
              <a:t>Protect</a:t>
            </a:r>
            <a:r>
              <a:rPr lang="en-US" sz="1900" dirty="0" smtClean="0"/>
              <a:t> your working area with flags or traffic cone.</a:t>
            </a:r>
          </a:p>
          <a:p>
            <a:pPr marL="0" indent="0">
              <a:buNone/>
            </a:pPr>
            <a:r>
              <a:rPr lang="en-US" sz="1900" dirty="0" smtClean="0"/>
              <a:t>3. </a:t>
            </a:r>
            <a:r>
              <a:rPr lang="en-US" sz="1900" u="sng" dirty="0" smtClean="0"/>
              <a:t>Eye</a:t>
            </a:r>
            <a:r>
              <a:rPr lang="en-US" sz="1900" dirty="0" smtClean="0"/>
              <a:t> protection is required. </a:t>
            </a:r>
          </a:p>
          <a:p>
            <a:pPr marL="0" indent="0">
              <a:buNone/>
            </a:pPr>
            <a:r>
              <a:rPr lang="en-US" sz="1900" dirty="0" smtClean="0"/>
              <a:t>4. Always </a:t>
            </a:r>
            <a:r>
              <a:rPr lang="en-US" sz="1900" u="sng" dirty="0" smtClean="0"/>
              <a:t>observe</a:t>
            </a:r>
            <a:r>
              <a:rPr lang="en-US" sz="1900" dirty="0" smtClean="0"/>
              <a:t> condition of the material before sanding.</a:t>
            </a:r>
          </a:p>
          <a:p>
            <a:pPr marL="0" indent="0">
              <a:buNone/>
            </a:pPr>
            <a:r>
              <a:rPr lang="en-US" sz="1900" dirty="0" smtClean="0"/>
              <a:t>5. Store and dispense </a:t>
            </a:r>
            <a:r>
              <a:rPr lang="en-US" sz="1900" u="sng" dirty="0" smtClean="0"/>
              <a:t>flammable</a:t>
            </a:r>
            <a:r>
              <a:rPr lang="en-US" sz="1900" dirty="0" smtClean="0"/>
              <a:t> solvents from the approved safety container only. </a:t>
            </a:r>
          </a:p>
          <a:p>
            <a:pPr marL="0" indent="0">
              <a:buNone/>
            </a:pPr>
            <a:r>
              <a:rPr lang="en-US" sz="1900" dirty="0" smtClean="0"/>
              <a:t>6. </a:t>
            </a:r>
            <a:r>
              <a:rPr lang="en-US" sz="1900" u="sng" dirty="0" smtClean="0"/>
              <a:t>Clean</a:t>
            </a:r>
            <a:r>
              <a:rPr lang="en-US" sz="1900" dirty="0" smtClean="0"/>
              <a:t> all working area after each job.</a:t>
            </a:r>
          </a:p>
          <a:p>
            <a:pPr marL="0" indent="0">
              <a:buNone/>
            </a:pPr>
            <a:r>
              <a:rPr lang="en-US" sz="1900" dirty="0" smtClean="0"/>
              <a:t>7. Make sure that you </a:t>
            </a:r>
            <a:r>
              <a:rPr lang="en-US" sz="1900" u="sng" dirty="0" smtClean="0"/>
              <a:t>wash</a:t>
            </a:r>
            <a:r>
              <a:rPr lang="en-US" sz="1900" dirty="0" smtClean="0"/>
              <a:t> your hand before handling food. </a:t>
            </a:r>
          </a:p>
          <a:p>
            <a:pPr marL="0" indent="0">
              <a:buNone/>
            </a:pPr>
            <a:r>
              <a:rPr lang="en-US" sz="1900" dirty="0" smtClean="0"/>
              <a:t>8. Inspect all </a:t>
            </a:r>
            <a:r>
              <a:rPr lang="en-US" sz="1900" u="sng" dirty="0" smtClean="0"/>
              <a:t>ladders</a:t>
            </a:r>
            <a:r>
              <a:rPr lang="en-US" sz="1900" dirty="0" smtClean="0"/>
              <a:t> and </a:t>
            </a:r>
            <a:r>
              <a:rPr lang="en-US" sz="1900" u="sng" dirty="0" smtClean="0"/>
              <a:t>scaffolding</a:t>
            </a:r>
            <a:r>
              <a:rPr lang="en-US" sz="1900" dirty="0" smtClean="0"/>
              <a:t> before you begin work.</a:t>
            </a:r>
          </a:p>
          <a:p>
            <a:pPr marL="0" indent="0">
              <a:buNone/>
            </a:pPr>
            <a:r>
              <a:rPr lang="en-US" sz="1900" dirty="0" smtClean="0"/>
              <a:t>9. Make sake that blanks on ladder a long enough to extend well beyond </a:t>
            </a:r>
            <a:r>
              <a:rPr lang="en-US" sz="1900" u="sng" dirty="0" smtClean="0"/>
              <a:t>supports</a:t>
            </a:r>
            <a:r>
              <a:rPr lang="en-US" sz="1900" dirty="0" smtClean="0"/>
              <a:t>.</a:t>
            </a:r>
          </a:p>
          <a:p>
            <a:pPr marL="0" indent="0">
              <a:buNone/>
            </a:pPr>
            <a:r>
              <a:rPr lang="en-US" sz="1900" dirty="0" smtClean="0"/>
              <a:t>10. Do not </a:t>
            </a:r>
            <a:r>
              <a:rPr lang="en-US" sz="1900" u="sng" dirty="0" smtClean="0"/>
              <a:t>climb</a:t>
            </a:r>
            <a:r>
              <a:rPr lang="en-US" sz="1900" dirty="0" smtClean="0"/>
              <a:t> onto or use rolling type scaffolding unless wheels are fully locked. </a:t>
            </a:r>
          </a:p>
          <a:p>
            <a:pPr marL="0" indent="0">
              <a:buNone/>
            </a:pPr>
            <a:r>
              <a:rPr lang="en-US" sz="1900" dirty="0" smtClean="0"/>
              <a:t>11. </a:t>
            </a:r>
            <a:r>
              <a:rPr lang="en-US" sz="1900" u="sng" dirty="0" smtClean="0"/>
              <a:t>Inspect</a:t>
            </a:r>
            <a:r>
              <a:rPr lang="en-US" sz="1900" dirty="0" smtClean="0"/>
              <a:t> all ropes before use.</a:t>
            </a:r>
          </a:p>
          <a:p>
            <a:pPr marL="0" indent="0">
              <a:buNone/>
            </a:pPr>
            <a:r>
              <a:rPr lang="en-US" sz="1900" dirty="0" smtClean="0"/>
              <a:t>12. Do not use fiber </a:t>
            </a:r>
            <a:r>
              <a:rPr lang="en-US" sz="1900" u="sng" dirty="0" smtClean="0"/>
              <a:t>ropes</a:t>
            </a:r>
            <a:r>
              <a:rPr lang="en-US" sz="1900" dirty="0" smtClean="0"/>
              <a:t> near sandblasting.</a:t>
            </a:r>
          </a:p>
          <a:p>
            <a:pPr marL="0" indent="0">
              <a:buNone/>
            </a:pPr>
            <a:r>
              <a:rPr lang="en-US" sz="1900" b="1" u="sng" dirty="0" smtClean="0">
                <a:solidFill>
                  <a:schemeClr val="accent1"/>
                </a:solidFill>
              </a:rPr>
              <a:t>Video</a:t>
            </a:r>
            <a:r>
              <a:rPr lang="en-US" sz="1900" b="1" dirty="0" smtClean="0">
                <a:solidFill>
                  <a:schemeClr val="accent1"/>
                </a:solidFill>
              </a:rPr>
              <a:t> :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https://youtu.be/rdCB0KrxpAc?si=sj1Uqf11IkftGO9o</a:t>
            </a:r>
          </a:p>
          <a:p>
            <a:pPr marL="0" indent="0">
              <a:buNone/>
            </a:pPr>
            <a:r>
              <a:rPr lang="en-US" sz="1900" b="1" u="sng" dirty="0" smtClean="0"/>
              <a:t>Feedback</a:t>
            </a:r>
            <a:r>
              <a:rPr lang="en-US" sz="1900" b="1" dirty="0" smtClean="0"/>
              <a:t> : Activity</a:t>
            </a:r>
            <a:endParaRPr lang="en-US" sz="1900" b="1" dirty="0"/>
          </a:p>
        </p:txBody>
      </p:sp>
    </p:spTree>
    <p:extLst>
      <p:ext uri="{BB962C8B-B14F-4D97-AF65-F5344CB8AC3E}">
        <p14:creationId xmlns:p14="http://schemas.microsoft.com/office/powerpoint/2010/main" val="254087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12192000" cy="69957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smtClean="0">
                <a:solidFill>
                  <a:schemeClr val="accent1"/>
                </a:solidFill>
              </a:rPr>
              <a:t>Kwa Thema Skills School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</a:rPr>
              <a:t>Subject  	: Maintenance     						    Marks :10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Grade    	: </a:t>
            </a:r>
            <a:r>
              <a:rPr lang="en-US" sz="2000" dirty="0" smtClean="0">
                <a:solidFill>
                  <a:schemeClr val="accent1"/>
                </a:solidFill>
              </a:rPr>
              <a:t>Year 1    </a:t>
            </a:r>
            <a:r>
              <a:rPr lang="en-US" sz="2000" dirty="0">
                <a:solidFill>
                  <a:schemeClr val="accent1"/>
                </a:solidFill>
              </a:rPr>
              <a:t>						                </a:t>
            </a:r>
            <a:r>
              <a:rPr lang="en-US" sz="2000">
                <a:solidFill>
                  <a:schemeClr val="accent1"/>
                </a:solidFill>
              </a:rPr>
              <a:t>Time </a:t>
            </a:r>
            <a:r>
              <a:rPr lang="en-US" sz="2000" smtClean="0">
                <a:solidFill>
                  <a:schemeClr val="accent1"/>
                </a:solidFill>
              </a:rPr>
              <a:t> : 30 mins</a:t>
            </a:r>
            <a:r>
              <a:rPr lang="en-US" sz="2000" dirty="0">
                <a:solidFill>
                  <a:schemeClr val="accent1"/>
                </a:solidFill>
              </a:rPr>
              <a:t/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Date       </a:t>
            </a:r>
            <a:r>
              <a:rPr lang="en-US" sz="2000">
                <a:solidFill>
                  <a:schemeClr val="accent1"/>
                </a:solidFill>
              </a:rPr>
              <a:t>	</a:t>
            </a:r>
            <a:r>
              <a:rPr lang="en-US" sz="2000" smtClean="0">
                <a:solidFill>
                  <a:schemeClr val="accent1"/>
                </a:solidFill>
              </a:rPr>
              <a:t>:   /  / 2024</a:t>
            </a:r>
            <a:endParaRPr lang="en-US" sz="2000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>
                <a:solidFill>
                  <a:schemeClr val="tx1"/>
                </a:solidFill>
              </a:rPr>
              <a:t>Question:1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</a:t>
            </a:r>
            <a:r>
              <a:rPr lang="en-US" u="sng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Underline the correct word in brackets.</a:t>
            </a:r>
            <a:endParaRPr lang="en-US" b="1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smtClean="0"/>
              <a:t>1.1.(Protect</a:t>
            </a:r>
            <a:r>
              <a:rPr lang="en-US" dirty="0"/>
              <a:t>:</a:t>
            </a:r>
            <a:r>
              <a:rPr lang="en-US" dirty="0" smtClean="0"/>
              <a:t> protest) </a:t>
            </a:r>
            <a:r>
              <a:rPr lang="en-US" dirty="0"/>
              <a:t>your working area with flags or traffic cone </a:t>
            </a:r>
          </a:p>
          <a:p>
            <a:pPr marL="0" indent="0">
              <a:buNone/>
            </a:pPr>
            <a:r>
              <a:rPr lang="en-US" dirty="0" smtClean="0"/>
              <a:t>1.2.Store </a:t>
            </a:r>
            <a:r>
              <a:rPr lang="en-US" dirty="0"/>
              <a:t>and dispense </a:t>
            </a:r>
            <a:r>
              <a:rPr lang="en-US" dirty="0" smtClean="0"/>
              <a:t>(inflammable: flammable) </a:t>
            </a:r>
            <a:r>
              <a:rPr lang="en-US" dirty="0"/>
              <a:t>solvents from the approved safety container only.</a:t>
            </a:r>
          </a:p>
          <a:p>
            <a:pPr marL="0" indent="0">
              <a:buNone/>
            </a:pPr>
            <a:r>
              <a:rPr lang="en-US" dirty="0" smtClean="0"/>
              <a:t>1.3</a:t>
            </a:r>
            <a:r>
              <a:rPr lang="en-US" dirty="0"/>
              <a:t>. Make sure that you </a:t>
            </a:r>
            <a:r>
              <a:rPr lang="en-US" dirty="0" smtClean="0"/>
              <a:t>(don’t wash: wash) </a:t>
            </a:r>
            <a:r>
              <a:rPr lang="en-US" dirty="0"/>
              <a:t>your hand before handling food. </a:t>
            </a:r>
          </a:p>
          <a:p>
            <a:pPr marL="0" indent="0">
              <a:buNone/>
            </a:pPr>
            <a:r>
              <a:rPr lang="en-US" dirty="0" smtClean="0"/>
              <a:t>1.4.(Clean: don’t clean) </a:t>
            </a:r>
            <a:r>
              <a:rPr lang="en-US" dirty="0"/>
              <a:t>all working area after each job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1.5.(Do </a:t>
            </a:r>
            <a:r>
              <a:rPr lang="en-US" dirty="0"/>
              <a:t>not </a:t>
            </a:r>
            <a:r>
              <a:rPr lang="en-US" dirty="0" smtClean="0"/>
              <a:t>perform: perform) </a:t>
            </a:r>
            <a:r>
              <a:rPr lang="en-US" dirty="0"/>
              <a:t>work in a heavily populated area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1.6.Do </a:t>
            </a:r>
            <a:r>
              <a:rPr lang="en-US" dirty="0"/>
              <a:t>not use fiber </a:t>
            </a:r>
            <a:r>
              <a:rPr lang="en-US" dirty="0" smtClean="0"/>
              <a:t>(ropes: robes) </a:t>
            </a:r>
            <a:r>
              <a:rPr lang="en-US" dirty="0"/>
              <a:t>near sandblasting.</a:t>
            </a:r>
          </a:p>
          <a:p>
            <a:pPr marL="0" indent="0">
              <a:buNone/>
            </a:pPr>
            <a:r>
              <a:rPr lang="en-US" dirty="0" smtClean="0"/>
              <a:t>1.7.Always (observe: obsess) </a:t>
            </a:r>
            <a:r>
              <a:rPr lang="en-US" dirty="0"/>
              <a:t>condition of the material before sanding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1.8.(Eye: ice) </a:t>
            </a:r>
            <a:r>
              <a:rPr lang="en-US" dirty="0"/>
              <a:t>protection is required.</a:t>
            </a:r>
          </a:p>
          <a:p>
            <a:pPr marL="0" indent="0">
              <a:buNone/>
            </a:pPr>
            <a:r>
              <a:rPr lang="en-US" dirty="0" smtClean="0"/>
              <a:t>1.9.(Climb : do </a:t>
            </a:r>
            <a:r>
              <a:rPr lang="en-US" dirty="0"/>
              <a:t>not </a:t>
            </a:r>
            <a:r>
              <a:rPr lang="en-US" dirty="0" smtClean="0"/>
              <a:t>climb) </a:t>
            </a:r>
            <a:r>
              <a:rPr lang="en-US" dirty="0"/>
              <a:t>onto or use rolling type scaffolding unless wheels are fully locked.</a:t>
            </a:r>
          </a:p>
          <a:p>
            <a:pPr marL="0" indent="0">
              <a:buNone/>
            </a:pPr>
            <a:r>
              <a:rPr lang="en-US" dirty="0"/>
              <a:t>1.10. (</a:t>
            </a:r>
            <a:r>
              <a:rPr lang="en-US" dirty="0" smtClean="0"/>
              <a:t>Inspect: expert) </a:t>
            </a:r>
            <a:r>
              <a:rPr lang="en-US" dirty="0"/>
              <a:t>all ropes before use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																(10)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087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452</TotalTime>
  <Words>175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91</cp:revision>
  <dcterms:created xsi:type="dcterms:W3CDTF">2022-08-25T11:18:17Z</dcterms:created>
  <dcterms:modified xsi:type="dcterms:W3CDTF">2024-01-16T17:21:19Z</dcterms:modified>
</cp:coreProperties>
</file>