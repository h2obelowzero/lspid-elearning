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2" r:id="rId3"/>
    <p:sldId id="27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11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58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 smtClean="0">
                <a:solidFill>
                  <a:schemeClr val="accent1"/>
                </a:solidFill>
              </a:rPr>
              <a:t>Glazing Maintenance</a:t>
            </a: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u="sng" dirty="0">
                <a:solidFill>
                  <a:schemeClr val="tx1"/>
                </a:solidFill>
              </a:rPr>
              <a:t>Video</a:t>
            </a:r>
            <a:r>
              <a:rPr lang="en-US" sz="2400" dirty="0">
                <a:solidFill>
                  <a:schemeClr val="tx1"/>
                </a:solidFill>
              </a:rPr>
              <a:t> : </a:t>
            </a:r>
            <a:r>
              <a:rPr lang="en-US" sz="2400" u="sng" dirty="0">
                <a:solidFill>
                  <a:schemeClr val="tx1"/>
                </a:solidFill>
              </a:rPr>
              <a:t>Introduction to </a:t>
            </a:r>
            <a:r>
              <a:rPr lang="en-US" sz="2400" u="sng" dirty="0" smtClean="0">
                <a:solidFill>
                  <a:schemeClr val="tx1"/>
                </a:solidFill>
              </a:rPr>
              <a:t>Glazing</a:t>
            </a:r>
          </a:p>
          <a:p>
            <a:pPr marL="0" indent="0">
              <a:buNone/>
            </a:pPr>
            <a:r>
              <a:rPr lang="en-US" sz="2400" u="sng">
                <a:solidFill>
                  <a:schemeClr val="tx1"/>
                </a:solidFill>
              </a:rPr>
              <a:t>https://youtu.be/AKKfW10Ygss?si=zZfbKo8h14MA4gjX</a:t>
            </a:r>
            <a:endParaRPr lang="en-US" sz="24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77" y="881472"/>
            <a:ext cx="5974598" cy="446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9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Glazing Maintenance</a:t>
            </a:r>
          </a:p>
          <a:p>
            <a:pPr marL="0" indent="0">
              <a:buNone/>
            </a:pPr>
            <a:r>
              <a:rPr lang="en-US" sz="2800" u="sng" dirty="0" smtClean="0">
                <a:solidFill>
                  <a:schemeClr val="accent1"/>
                </a:solidFill>
              </a:rPr>
              <a:t>Safety </a:t>
            </a:r>
            <a:r>
              <a:rPr lang="en-US" sz="2800" u="sng" dirty="0">
                <a:solidFill>
                  <a:schemeClr val="accent1"/>
                </a:solidFill>
              </a:rPr>
              <a:t>rules in the workshop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  <a:endParaRPr lang="en-US" sz="28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smtClean="0"/>
              <a:t>1. Carry glass to your side with </a:t>
            </a:r>
            <a:r>
              <a:rPr lang="en-US" u="sng" dirty="0" smtClean="0"/>
              <a:t>two</a:t>
            </a:r>
            <a:r>
              <a:rPr lang="en-US" dirty="0" smtClean="0"/>
              <a:t> hands.</a:t>
            </a:r>
          </a:p>
          <a:p>
            <a:pPr marL="0" indent="0">
              <a:buNone/>
            </a:pPr>
            <a:r>
              <a:rPr lang="en-US" dirty="0" smtClean="0"/>
              <a:t>2. Never carry glass under your </a:t>
            </a:r>
            <a:r>
              <a:rPr lang="en-US" u="sng" dirty="0" smtClean="0"/>
              <a:t>arm</a:t>
            </a:r>
            <a:r>
              <a:rPr lang="en-US" dirty="0" smtClean="0"/>
              <a:t> or above your </a:t>
            </a:r>
            <a:r>
              <a:rPr lang="en-US" u="sng" dirty="0" smtClean="0"/>
              <a:t>head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3. Always use two team members to move a </a:t>
            </a:r>
            <a:r>
              <a:rPr lang="en-US" u="sng" dirty="0" smtClean="0"/>
              <a:t>large</a:t>
            </a:r>
            <a:r>
              <a:rPr lang="en-US" dirty="0" smtClean="0"/>
              <a:t> sheet of glass.</a:t>
            </a:r>
          </a:p>
          <a:p>
            <a:pPr marL="0" indent="0">
              <a:buNone/>
            </a:pPr>
            <a:r>
              <a:rPr lang="en-US" dirty="0" smtClean="0"/>
              <a:t>4. Use proper </a:t>
            </a:r>
            <a:r>
              <a:rPr lang="en-US" u="sng" dirty="0" smtClean="0"/>
              <a:t>hand</a:t>
            </a:r>
            <a:r>
              <a:rPr lang="en-US" dirty="0" smtClean="0"/>
              <a:t> and </a:t>
            </a:r>
            <a:r>
              <a:rPr lang="en-US" u="sng" dirty="0" smtClean="0"/>
              <a:t>body</a:t>
            </a:r>
            <a:r>
              <a:rPr lang="en-US" dirty="0" smtClean="0"/>
              <a:t> position.</a:t>
            </a:r>
          </a:p>
          <a:p>
            <a:pPr marL="0" indent="0">
              <a:buNone/>
            </a:pPr>
            <a:r>
              <a:rPr lang="en-US" dirty="0" smtClean="0"/>
              <a:t>5. Replace </a:t>
            </a:r>
            <a:r>
              <a:rPr lang="en-US" u="sng" dirty="0" smtClean="0"/>
              <a:t>worn</a:t>
            </a:r>
            <a:r>
              <a:rPr lang="en-US" dirty="0" smtClean="0"/>
              <a:t> safety equipment before a job.</a:t>
            </a:r>
          </a:p>
          <a:p>
            <a:pPr marL="0" indent="0">
              <a:buNone/>
            </a:pPr>
            <a:r>
              <a:rPr lang="en-US" dirty="0" smtClean="0"/>
              <a:t>6. Do not </a:t>
            </a:r>
            <a:r>
              <a:rPr lang="en-US" u="sng" dirty="0" smtClean="0"/>
              <a:t>stand</a:t>
            </a:r>
            <a:r>
              <a:rPr lang="en-US" dirty="0" smtClean="0"/>
              <a:t> and </a:t>
            </a:r>
            <a:r>
              <a:rPr lang="en-US" u="sng" dirty="0" smtClean="0"/>
              <a:t>walk</a:t>
            </a:r>
            <a:r>
              <a:rPr lang="en-US" dirty="0" smtClean="0"/>
              <a:t> on broken glass.</a:t>
            </a:r>
          </a:p>
          <a:p>
            <a:pPr marL="0" indent="0">
              <a:buNone/>
            </a:pPr>
            <a:r>
              <a:rPr lang="en-US" dirty="0" smtClean="0"/>
              <a:t>7. Never </a:t>
            </a:r>
            <a:r>
              <a:rPr lang="en-US" u="sng" dirty="0" smtClean="0"/>
              <a:t>break</a:t>
            </a:r>
            <a:r>
              <a:rPr lang="en-US" dirty="0" smtClean="0"/>
              <a:t> glass into smaller pieces with your foot and hand.</a:t>
            </a:r>
          </a:p>
          <a:p>
            <a:pPr marL="0" indent="0">
              <a:buNone/>
            </a:pPr>
            <a:r>
              <a:rPr lang="en-US" dirty="0" smtClean="0"/>
              <a:t>8. Do not </a:t>
            </a:r>
            <a:r>
              <a:rPr lang="en-US" u="sng" dirty="0" smtClean="0"/>
              <a:t>hold</a:t>
            </a:r>
            <a:r>
              <a:rPr lang="en-US" dirty="0" smtClean="0"/>
              <a:t> on broken glass or try to stop falling glass.</a:t>
            </a:r>
          </a:p>
          <a:p>
            <a:pPr marL="0" indent="0">
              <a:buNone/>
            </a:pPr>
            <a:r>
              <a:rPr lang="en-US" dirty="0" smtClean="0"/>
              <a:t>9. Do not </a:t>
            </a:r>
            <a:r>
              <a:rPr lang="en-US" u="sng" dirty="0" smtClean="0"/>
              <a:t>reach</a:t>
            </a:r>
            <a:r>
              <a:rPr lang="en-US" dirty="0" smtClean="0"/>
              <a:t> or </a:t>
            </a:r>
            <a:r>
              <a:rPr lang="en-US" u="sng" dirty="0" smtClean="0"/>
              <a:t>catch</a:t>
            </a:r>
            <a:r>
              <a:rPr lang="en-US" dirty="0" smtClean="0"/>
              <a:t> glass by the corner of the lite.</a:t>
            </a:r>
          </a:p>
          <a:p>
            <a:pPr marL="0" indent="0">
              <a:buNone/>
            </a:pPr>
            <a:r>
              <a:rPr lang="en-US" dirty="0" smtClean="0"/>
              <a:t>10. Always be </a:t>
            </a:r>
            <a:r>
              <a:rPr lang="en-US" u="sng" dirty="0" smtClean="0"/>
              <a:t>aware</a:t>
            </a:r>
            <a:r>
              <a:rPr lang="en-US" dirty="0" smtClean="0"/>
              <a:t> of your surrounding and the other team members.</a:t>
            </a:r>
          </a:p>
          <a:p>
            <a:pPr marL="0" indent="0">
              <a:buNone/>
            </a:pPr>
            <a:r>
              <a:rPr lang="en-US" dirty="0" smtClean="0"/>
              <a:t>11. Inspect containers and glass before </a:t>
            </a:r>
            <a:r>
              <a:rPr lang="en-US" u="sng" dirty="0" smtClean="0"/>
              <a:t>unpacking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12. </a:t>
            </a:r>
            <a:r>
              <a:rPr lang="en-US" u="sng" dirty="0" smtClean="0"/>
              <a:t>Ensure</a:t>
            </a:r>
            <a:r>
              <a:rPr lang="en-US" dirty="0" smtClean="0"/>
              <a:t> no team members are in the of glass movement.</a:t>
            </a:r>
          </a:p>
          <a:p>
            <a:pPr marL="0" indent="0">
              <a:buNone/>
            </a:pPr>
            <a:r>
              <a:rPr lang="en-US" dirty="0" smtClean="0"/>
              <a:t>13. Do not stand on </a:t>
            </a:r>
            <a:r>
              <a:rPr lang="en-US" u="sng" dirty="0" smtClean="0"/>
              <a:t>cracks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14. Ensure glass is </a:t>
            </a:r>
            <a:r>
              <a:rPr lang="en-US" u="sng" dirty="0" smtClean="0"/>
              <a:t>strapped</a:t>
            </a:r>
            <a:r>
              <a:rPr lang="en-US" dirty="0" smtClean="0"/>
              <a:t> to rack before moving.</a:t>
            </a:r>
          </a:p>
          <a:p>
            <a:pPr marL="0" indent="0">
              <a:buNone/>
            </a:pPr>
            <a:r>
              <a:rPr lang="en-US" dirty="0" smtClean="0"/>
              <a:t>15. </a:t>
            </a:r>
            <a:r>
              <a:rPr lang="en-US" u="sng" dirty="0" smtClean="0"/>
              <a:t>Observe</a:t>
            </a:r>
            <a:r>
              <a:rPr lang="en-US" dirty="0" smtClean="0"/>
              <a:t> strapping for wear and replace if necessary.</a:t>
            </a:r>
          </a:p>
          <a:p>
            <a:pPr marL="0" indent="0">
              <a:buNone/>
            </a:pPr>
            <a:r>
              <a:rPr lang="en-US" sz="2100" b="1" u="sng" dirty="0" smtClean="0">
                <a:solidFill>
                  <a:schemeClr val="accent1"/>
                </a:solidFill>
              </a:rPr>
              <a:t>Video</a:t>
            </a:r>
            <a:r>
              <a:rPr lang="en-US" sz="2100" b="1" dirty="0" smtClean="0">
                <a:solidFill>
                  <a:schemeClr val="accent1"/>
                </a:solidFill>
              </a:rPr>
              <a:t> :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</a:rPr>
              <a:t>https://youtu.be/bYt0EJxkAto?si=qxskkvnJjeWmindR</a:t>
            </a:r>
            <a:endParaRPr lang="en-US" sz="21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100" b="1" u="sng" dirty="0" smtClean="0"/>
              <a:t>Feedback</a:t>
            </a:r>
            <a:r>
              <a:rPr lang="en-US" sz="2100" b="1" dirty="0" smtClean="0"/>
              <a:t> : Activity</a:t>
            </a:r>
            <a:endParaRPr lang="en-US" sz="2100" b="1" dirty="0"/>
          </a:p>
        </p:txBody>
      </p:sp>
    </p:spTree>
    <p:extLst>
      <p:ext uri="{BB962C8B-B14F-4D97-AF65-F5344CB8AC3E}">
        <p14:creationId xmlns:p14="http://schemas.microsoft.com/office/powerpoint/2010/main" val="254087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2192000" cy="6995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solidFill>
                  <a:schemeClr val="accent1"/>
                </a:solidFill>
              </a:rPr>
              <a:t>Kwa Thema Skills School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Subject  	: Maintenance     						    Marks :10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Grade    	: </a:t>
            </a:r>
            <a:r>
              <a:rPr lang="en-US" sz="2000" dirty="0" smtClean="0">
                <a:solidFill>
                  <a:schemeClr val="accent1"/>
                </a:solidFill>
              </a:rPr>
              <a:t>Year 1    </a:t>
            </a:r>
            <a:r>
              <a:rPr lang="en-US" sz="2000" dirty="0">
                <a:solidFill>
                  <a:schemeClr val="accent1"/>
                </a:solidFill>
              </a:rPr>
              <a:t>						                </a:t>
            </a:r>
            <a:r>
              <a:rPr lang="en-US" sz="2000">
                <a:solidFill>
                  <a:schemeClr val="accent1"/>
                </a:solidFill>
              </a:rPr>
              <a:t>Time </a:t>
            </a:r>
            <a:r>
              <a:rPr lang="en-US" sz="2000" smtClean="0">
                <a:solidFill>
                  <a:schemeClr val="accent1"/>
                </a:solidFill>
              </a:rPr>
              <a:t> : 30 mins</a:t>
            </a:r>
            <a:r>
              <a:rPr lang="en-US" sz="2000" dirty="0">
                <a:solidFill>
                  <a:schemeClr val="accent1"/>
                </a:solidFill>
              </a:rPr>
              <a:t/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Date       </a:t>
            </a:r>
            <a:r>
              <a:rPr lang="en-US" sz="2000">
                <a:solidFill>
                  <a:schemeClr val="accent1"/>
                </a:solidFill>
              </a:rPr>
              <a:t>	</a:t>
            </a:r>
            <a:r>
              <a:rPr lang="en-US" sz="2000" smtClean="0">
                <a:solidFill>
                  <a:schemeClr val="accent1"/>
                </a:solidFill>
              </a:rPr>
              <a:t>:   /  / 2024</a:t>
            </a:r>
            <a:endParaRPr lang="en-US" sz="20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u="sng" dirty="0" smtClean="0">
                <a:solidFill>
                  <a:schemeClr val="tx1"/>
                </a:solidFill>
              </a:rPr>
              <a:t>Question:1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</a:t>
            </a:r>
            <a:r>
              <a:rPr lang="en-US" u="sng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State whether the following statements are </a:t>
            </a:r>
            <a:r>
              <a:rPr lang="en-US" b="1" u="sng" dirty="0" smtClean="0">
                <a:solidFill>
                  <a:schemeClr val="tx1"/>
                </a:solidFill>
              </a:rPr>
              <a:t>True</a:t>
            </a:r>
            <a:r>
              <a:rPr lang="en-US" dirty="0" smtClean="0">
                <a:solidFill>
                  <a:schemeClr val="tx1"/>
                </a:solidFill>
              </a:rPr>
              <a:t> or </a:t>
            </a:r>
            <a:r>
              <a:rPr lang="en-US" b="1" u="sng" dirty="0" smtClean="0">
                <a:solidFill>
                  <a:schemeClr val="tx1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dirty="0" smtClean="0"/>
              <a:t>1.1</a:t>
            </a:r>
            <a:r>
              <a:rPr lang="en-US" dirty="0"/>
              <a:t>. Curry glass to your side with </a:t>
            </a:r>
            <a:r>
              <a:rPr lang="en-US" dirty="0" smtClean="0"/>
              <a:t>one hand. 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1.2</a:t>
            </a:r>
            <a:r>
              <a:rPr lang="en-US" dirty="0"/>
              <a:t>. Never carry glass under your arm or above your head</a:t>
            </a:r>
            <a:r>
              <a:rPr lang="en-US" dirty="0" smtClean="0"/>
              <a:t>. 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1.3</a:t>
            </a:r>
            <a:r>
              <a:rPr lang="en-US" dirty="0"/>
              <a:t>. Always use two team members to move a large sheet of glass</a:t>
            </a:r>
            <a:r>
              <a:rPr lang="en-US" dirty="0" smtClean="0"/>
              <a:t>. 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1.4</a:t>
            </a:r>
            <a:r>
              <a:rPr lang="en-US" dirty="0"/>
              <a:t>. </a:t>
            </a:r>
            <a:r>
              <a:rPr lang="en-US" dirty="0" smtClean="0"/>
              <a:t>Do not use proper </a:t>
            </a:r>
            <a:r>
              <a:rPr lang="en-US" dirty="0"/>
              <a:t>hand and body position</a:t>
            </a:r>
            <a:r>
              <a:rPr lang="en-US" dirty="0" smtClean="0"/>
              <a:t>. 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1.5</a:t>
            </a:r>
            <a:r>
              <a:rPr lang="en-US" dirty="0"/>
              <a:t>. Replace worn safety equipment before a job</a:t>
            </a:r>
            <a:r>
              <a:rPr lang="en-US" dirty="0" smtClean="0"/>
              <a:t>. _________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1.6</a:t>
            </a:r>
            <a:r>
              <a:rPr lang="en-US" dirty="0"/>
              <a:t>. Do not stand and walk on broken glass</a:t>
            </a:r>
            <a:r>
              <a:rPr lang="en-US" dirty="0" smtClean="0"/>
              <a:t>. 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1.7</a:t>
            </a:r>
            <a:r>
              <a:rPr lang="en-US" dirty="0"/>
              <a:t>. Never break glass into smaller pieces with your foot and hand</a:t>
            </a:r>
            <a:r>
              <a:rPr lang="en-US" dirty="0" smtClean="0"/>
              <a:t>. 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1.8</a:t>
            </a:r>
            <a:r>
              <a:rPr lang="en-US" dirty="0"/>
              <a:t>. H</a:t>
            </a:r>
            <a:r>
              <a:rPr lang="en-US" dirty="0" smtClean="0"/>
              <a:t>old </a:t>
            </a:r>
            <a:r>
              <a:rPr lang="en-US" dirty="0"/>
              <a:t>on broken glass or try to stop falling glass</a:t>
            </a:r>
            <a:r>
              <a:rPr lang="en-US" dirty="0" smtClean="0"/>
              <a:t>. _________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1.9</a:t>
            </a:r>
            <a:r>
              <a:rPr lang="en-US" dirty="0"/>
              <a:t>. Do not reach or catch glass by the corner of the lite</a:t>
            </a:r>
            <a:r>
              <a:rPr lang="en-US" dirty="0" smtClean="0"/>
              <a:t>. 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1.10</a:t>
            </a:r>
            <a:r>
              <a:rPr lang="en-US" dirty="0"/>
              <a:t>. Always be aware of your surrounding and the other team members</a:t>
            </a:r>
            <a:r>
              <a:rPr lang="en-US" dirty="0" smtClean="0"/>
              <a:t>. _________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(10)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1007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438</TotalTime>
  <Words>210</Words>
  <Application>Microsoft Office PowerPoint</Application>
  <PresentationFormat>Widescreen</PresentationFormat>
  <Paragraphs>46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91</cp:revision>
  <dcterms:created xsi:type="dcterms:W3CDTF">2022-08-25T11:18:17Z</dcterms:created>
  <dcterms:modified xsi:type="dcterms:W3CDTF">2024-01-16T17:22:41Z</dcterms:modified>
</cp:coreProperties>
</file>