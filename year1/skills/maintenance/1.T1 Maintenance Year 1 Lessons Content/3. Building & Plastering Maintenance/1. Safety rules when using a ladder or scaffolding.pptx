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1" r:id="rId4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algn="l"/>
            <a:r>
              <a:rPr lang="en-US" sz="3200" b="1" u="sng" dirty="0" smtClean="0">
                <a:solidFill>
                  <a:schemeClr val="accent1"/>
                </a:solidFill>
              </a:rPr>
              <a:t>Building and Plastering Maintenance</a:t>
            </a:r>
          </a:p>
          <a:p>
            <a:pPr algn="l"/>
            <a:endParaRPr lang="en-US" sz="2400" b="1" u="sng" dirty="0"/>
          </a:p>
          <a:p>
            <a:pPr algn="l"/>
            <a:endParaRPr lang="en-US" sz="2400" b="1" u="sng" dirty="0" smtClean="0"/>
          </a:p>
          <a:p>
            <a:pPr algn="l"/>
            <a:endParaRPr lang="en-US" sz="2400" b="1" u="sng" dirty="0"/>
          </a:p>
          <a:p>
            <a:pPr algn="l"/>
            <a:endParaRPr lang="en-US" sz="2400" b="1" u="sng" dirty="0" smtClean="0"/>
          </a:p>
          <a:p>
            <a:pPr algn="l"/>
            <a:endParaRPr lang="en-US" sz="2400" b="1" u="sng" dirty="0"/>
          </a:p>
          <a:p>
            <a:pPr algn="l"/>
            <a:endParaRPr lang="en-US" sz="2400" b="1" u="sng" dirty="0" smtClean="0"/>
          </a:p>
          <a:p>
            <a:pPr algn="l"/>
            <a:endParaRPr lang="en-US" sz="2400" b="1" u="sng" dirty="0"/>
          </a:p>
          <a:p>
            <a:pPr algn="l"/>
            <a:endParaRPr lang="en-US" sz="2400" b="1" u="sng" dirty="0" smtClean="0"/>
          </a:p>
          <a:p>
            <a:pPr algn="l"/>
            <a:endParaRPr lang="en-US" sz="2400" b="1" u="sng" dirty="0"/>
          </a:p>
          <a:p>
            <a:pPr algn="l"/>
            <a:r>
              <a:rPr lang="en-US" sz="2400" b="1" u="sng" dirty="0" smtClean="0"/>
              <a:t> </a:t>
            </a:r>
          </a:p>
          <a:p>
            <a:pPr algn="l"/>
            <a:r>
              <a:rPr lang="en-US" sz="2400" u="sng" dirty="0" smtClean="0"/>
              <a:t>Video</a:t>
            </a:r>
            <a:r>
              <a:rPr lang="en-US" sz="2400" dirty="0" smtClean="0"/>
              <a:t> : </a:t>
            </a:r>
            <a:r>
              <a:rPr lang="en-US" sz="2400" u="sng" dirty="0" smtClean="0"/>
              <a:t>Introduction to Building and Plastering</a:t>
            </a:r>
          </a:p>
          <a:p>
            <a:pPr algn="l"/>
            <a:r>
              <a:rPr lang="en-US" sz="2400" u="sng" dirty="0"/>
              <a:t>https://youtu.be/QwYQiUirI5w?si=kxRYexzA_o0jdeX9</a:t>
            </a:r>
          </a:p>
          <a:p>
            <a:pPr algn="l"/>
            <a:endParaRPr lang="en-US" sz="2400" u="sng" dirty="0" smtClean="0"/>
          </a:p>
          <a:p>
            <a:pPr algn="l"/>
            <a:endParaRPr lang="en-US" sz="2800" u="sn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26" y="1033529"/>
            <a:ext cx="7607121" cy="416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Building and Plastering Maintenance</a:t>
            </a:r>
          </a:p>
          <a:p>
            <a:pPr marL="0" indent="0">
              <a:buNone/>
            </a:pPr>
            <a:r>
              <a:rPr lang="en-US" sz="2800" u="sng" dirty="0" smtClean="0">
                <a:solidFill>
                  <a:schemeClr val="tx1"/>
                </a:solidFill>
              </a:rPr>
              <a:t>Safety Rules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Always wear </a:t>
            </a:r>
            <a:r>
              <a:rPr lang="en-US" sz="14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</a:t>
            </a:r>
            <a:r>
              <a:rPr lang="en-US" sz="14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protective equipment (PPE).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Be mindful and follow </a:t>
            </a:r>
            <a:r>
              <a:rPr lang="en-US" sz="14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signs</a:t>
            </a:r>
            <a:r>
              <a:rPr lang="en-US" sz="14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Provide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clear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instructions.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Keep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site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clean.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Organize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tools properly.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Use the right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tools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equipments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the right task.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 Have an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emergency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response plan.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Set up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barriers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fences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safeguards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 Do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pre-checks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tools and </a:t>
            </a:r>
            <a:r>
              <a:rPr lang="en-US" sz="14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equipments</a:t>
            </a:r>
            <a:endParaRPr lang="en-US" sz="1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4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issues immediately</a:t>
            </a:r>
            <a:r>
              <a:rPr lang="en-US" sz="14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u="sng" dirty="0" smtClean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</a:t>
            </a:r>
            <a:r>
              <a:rPr lang="en-US" sz="2000" dirty="0" smtClean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https://youtu.be/YLH-Ih8omjI?si=nerKxhByGiuRNnj7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u="sng" dirty="0" smtClean="0">
                <a:solidFill>
                  <a:schemeClr val="tx1"/>
                </a:solidFill>
              </a:rPr>
              <a:t>Feedback</a:t>
            </a:r>
            <a:r>
              <a:rPr lang="en-US" sz="2000" dirty="0" smtClean="0">
                <a:solidFill>
                  <a:schemeClr val="tx1"/>
                </a:solidFill>
              </a:rPr>
              <a:t> : Activity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377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>
                <a:solidFill>
                  <a:schemeClr val="accent1"/>
                </a:solidFill>
              </a:rPr>
              <a:t>Kwa Thema Skills </a:t>
            </a:r>
            <a:r>
              <a:rPr lang="en-US" sz="9600" dirty="0" smtClean="0">
                <a:solidFill>
                  <a:schemeClr val="accent1"/>
                </a:solidFill>
              </a:rPr>
              <a:t>School</a:t>
            </a:r>
            <a:r>
              <a:rPr lang="en-US" sz="7200" dirty="0" smtClean="0">
                <a:solidFill>
                  <a:schemeClr val="accent1"/>
                </a:solidFill>
              </a:rPr>
              <a:t/>
            </a:r>
            <a:br>
              <a:rPr lang="en-US" sz="7200" dirty="0" smtClean="0">
                <a:solidFill>
                  <a:schemeClr val="accent1"/>
                </a:solidFill>
              </a:rPr>
            </a:br>
            <a:r>
              <a:rPr lang="en-US" sz="7200" dirty="0" smtClean="0">
                <a:solidFill>
                  <a:schemeClr val="accent1"/>
                </a:solidFill>
              </a:rPr>
              <a:t>Subject	: Maintenance							                  Marks  : 10</a:t>
            </a:r>
            <a:br>
              <a:rPr lang="en-US" sz="7200" dirty="0" smtClean="0">
                <a:solidFill>
                  <a:schemeClr val="accent1"/>
                </a:solidFill>
              </a:rPr>
            </a:br>
            <a:r>
              <a:rPr lang="en-US" sz="7200" dirty="0" smtClean="0">
                <a:solidFill>
                  <a:schemeClr val="accent1"/>
                </a:solidFill>
              </a:rPr>
              <a:t>Grade	: Year 1 							   		                  Time   </a:t>
            </a:r>
            <a:r>
              <a:rPr lang="en-US" sz="7200" smtClean="0">
                <a:solidFill>
                  <a:schemeClr val="accent1"/>
                </a:solidFill>
              </a:rPr>
              <a:t>: </a:t>
            </a:r>
            <a:r>
              <a:rPr lang="en-US" sz="7200" smtClean="0">
                <a:solidFill>
                  <a:schemeClr val="accent1"/>
                </a:solidFill>
              </a:rPr>
              <a:t>30 mins</a:t>
            </a:r>
            <a:r>
              <a:rPr lang="en-US" sz="7200" dirty="0">
                <a:solidFill>
                  <a:schemeClr val="accent1"/>
                </a:solidFill>
              </a:rPr>
              <a:t/>
            </a:r>
            <a:br>
              <a:rPr lang="en-US" sz="7200" dirty="0">
                <a:solidFill>
                  <a:schemeClr val="accent1"/>
                </a:solidFill>
              </a:rPr>
            </a:br>
            <a:r>
              <a:rPr lang="en-US" sz="7200" dirty="0" smtClean="0">
                <a:solidFill>
                  <a:schemeClr val="accent1"/>
                </a:solidFill>
              </a:rPr>
              <a:t>Date</a:t>
            </a:r>
            <a:r>
              <a:rPr lang="en-US" sz="7200" smtClean="0">
                <a:solidFill>
                  <a:schemeClr val="accent1"/>
                </a:solidFill>
              </a:rPr>
              <a:t>	:   /  / 2024</a:t>
            </a:r>
            <a:endParaRPr lang="en-US" sz="72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7200" u="sng" dirty="0" smtClean="0"/>
              <a:t>Question </a:t>
            </a:r>
            <a:r>
              <a:rPr lang="en-US" sz="5600" u="sng" dirty="0" smtClean="0"/>
              <a:t>: 1</a:t>
            </a:r>
          </a:p>
          <a:p>
            <a:pPr marL="0" indent="0">
              <a:buNone/>
            </a:pPr>
            <a:r>
              <a:rPr lang="en-US" sz="5600" dirty="0" smtClean="0"/>
              <a:t>1.Fill in the following sentences.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 </a:t>
            </a:r>
            <a:r>
              <a:rPr lang="en-US" sz="56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issues immediately. 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1.2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 wear </a:t>
            </a:r>
            <a:r>
              <a:rPr lang="en-US" sz="56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protective 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equipment.</a:t>
            </a:r>
            <a:endParaRPr lang="en-US" sz="5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1.3 Set up </a:t>
            </a:r>
            <a:r>
              <a:rPr lang="en-US" sz="56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barriers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56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fences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56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____________________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.</a:t>
            </a:r>
            <a:endParaRPr lang="en-US" sz="5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1.4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 </a:t>
            </a:r>
            <a:r>
              <a:rPr lang="en-US" sz="56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instructions.</a:t>
            </a:r>
            <a:endParaRPr lang="en-US" sz="5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1.5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the right </a:t>
            </a:r>
            <a:r>
              <a:rPr lang="en-US" sz="56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US" sz="56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equipments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the right task.</a:t>
            </a:r>
            <a:endParaRPr lang="en-US" sz="5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1.6 </a:t>
            </a:r>
            <a:r>
              <a:rPr lang="en-US" sz="56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6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tools properly.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1.7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 </a:t>
            </a:r>
            <a:r>
              <a:rPr lang="en-US" sz="56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clean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5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1.8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 an </a:t>
            </a:r>
            <a:r>
              <a:rPr lang="en-US" sz="56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___________________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response 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plan.</a:t>
            </a:r>
            <a:endParaRPr lang="en-US" sz="5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1.9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 mindful and follow </a:t>
            </a:r>
            <a:r>
              <a:rPr lang="en-US" sz="56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5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1.10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</a:t>
            </a:r>
            <a:r>
              <a:rPr lang="en-US" sz="5600" u="sng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__________________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tools and </a:t>
            </a: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equipments.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56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signs; report;  pre-checks; clear; tools; site ; organize; emergency; safeguards; personal)</a:t>
            </a:r>
            <a:endParaRPr lang="en-US" sz="5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600" dirty="0" smtClean="0"/>
              <a:t>																		</a:t>
            </a:r>
          </a:p>
          <a:p>
            <a:pPr marL="0" indent="0">
              <a:buNone/>
            </a:pPr>
            <a:r>
              <a:rPr lang="en-US" sz="5600" dirty="0" smtClean="0"/>
              <a:t>				</a:t>
            </a:r>
            <a:r>
              <a:rPr lang="en-US" dirty="0" smtClean="0"/>
              <a:t>										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2092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629</TotalTime>
  <Words>116</Words>
  <Application>Microsoft Office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125</cp:revision>
  <cp:lastPrinted>2022-08-31T07:50:14Z</cp:lastPrinted>
  <dcterms:created xsi:type="dcterms:W3CDTF">2022-08-25T11:18:17Z</dcterms:created>
  <dcterms:modified xsi:type="dcterms:W3CDTF">2024-01-16T17:27:55Z</dcterms:modified>
</cp:coreProperties>
</file>