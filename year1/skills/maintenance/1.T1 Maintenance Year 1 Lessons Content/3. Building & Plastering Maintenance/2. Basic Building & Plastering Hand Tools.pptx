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2" r:id="rId3"/>
    <p:sldId id="261" r:id="rId4"/>
    <p:sldId id="260" r:id="rId5"/>
    <p:sldId id="271" r:id="rId6"/>
    <p:sldId id="269" r:id="rId7"/>
    <p:sldId id="270" r:id="rId8"/>
    <p:sldId id="272" r:id="rId9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94" autoAdjust="0"/>
    <p:restoredTop sz="94660"/>
  </p:normalViewPr>
  <p:slideViewPr>
    <p:cSldViewPr snapToGrid="0">
      <p:cViewPr varScale="1">
        <p:scale>
          <a:sx n="74" d="100"/>
          <a:sy n="74" d="100"/>
        </p:scale>
        <p:origin x="5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455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570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459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359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938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80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681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639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61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009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99901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530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703427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2550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1765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478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305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1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938"/>
            <a:ext cx="11536786" cy="793573"/>
          </a:xfrm>
        </p:spPr>
        <p:txBody>
          <a:bodyPr/>
          <a:lstStyle/>
          <a:p>
            <a:r>
              <a:rPr lang="en-US" b="1" u="sng" dirty="0" smtClean="0"/>
              <a:t>Basic building and plastering tools.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53912"/>
            <a:ext cx="11353799" cy="565294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1. </a:t>
            </a:r>
            <a:r>
              <a:rPr lang="en-US" u="sng" dirty="0" smtClean="0"/>
              <a:t>Wheelbarrow</a:t>
            </a:r>
          </a:p>
          <a:p>
            <a:pPr marL="514350" indent="-514350">
              <a:buAutoNum type="arabicPeriod"/>
            </a:pPr>
            <a:endParaRPr lang="en-US" u="sng" dirty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for </a:t>
            </a:r>
            <a:r>
              <a:rPr lang="en-US" u="sng" dirty="0" smtClean="0"/>
              <a:t>loading</a:t>
            </a:r>
            <a:r>
              <a:rPr lang="en-US" dirty="0" smtClean="0"/>
              <a:t> and </a:t>
            </a:r>
            <a:r>
              <a:rPr lang="en-US" u="sng" dirty="0" smtClean="0"/>
              <a:t>mixing</a:t>
            </a:r>
            <a:r>
              <a:rPr lang="en-US" dirty="0" smtClean="0"/>
              <a:t> materials.</a:t>
            </a:r>
          </a:p>
          <a:p>
            <a:pPr marL="0" indent="0">
              <a:buNone/>
            </a:pPr>
            <a:r>
              <a:rPr lang="en-US" dirty="0" smtClean="0"/>
              <a:t>2. </a:t>
            </a:r>
            <a:r>
              <a:rPr lang="en-US" u="sng" dirty="0" smtClean="0"/>
              <a:t>Measuring Tape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to measure </a:t>
            </a:r>
            <a:r>
              <a:rPr lang="en-US" u="sng" dirty="0" smtClean="0"/>
              <a:t>shorter</a:t>
            </a:r>
            <a:r>
              <a:rPr lang="en-US" dirty="0" smtClean="0"/>
              <a:t> or </a:t>
            </a:r>
            <a:r>
              <a:rPr lang="en-US" u="sng" dirty="0" smtClean="0"/>
              <a:t>longer</a:t>
            </a:r>
            <a:r>
              <a:rPr lang="en-US" dirty="0" smtClean="0"/>
              <a:t> distances.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 descr="Image result for measuring tape for woodworkin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2400" y="3866605"/>
            <a:ext cx="1971900" cy="133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8489" y="1302409"/>
            <a:ext cx="1499832" cy="1499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04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37"/>
            <a:ext cx="11353799" cy="65989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3. </a:t>
            </a:r>
            <a:r>
              <a:rPr lang="en-US" u="sng" dirty="0" smtClean="0"/>
              <a:t>Engineer's Square</a:t>
            </a:r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                     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for checking </a:t>
            </a:r>
            <a:r>
              <a:rPr lang="en-US" u="sng" dirty="0" smtClean="0"/>
              <a:t>square</a:t>
            </a:r>
            <a:r>
              <a:rPr lang="en-US" dirty="0" smtClean="0"/>
              <a:t>. (internal &amp; external right angles)</a:t>
            </a:r>
          </a:p>
          <a:p>
            <a:pPr marL="0" indent="0">
              <a:buNone/>
            </a:pPr>
            <a:r>
              <a:rPr lang="en-US" dirty="0" smtClean="0"/>
              <a:t>4.</a:t>
            </a:r>
            <a:r>
              <a:rPr lang="en-US" u="sng" dirty="0"/>
              <a:t> </a:t>
            </a:r>
            <a:r>
              <a:rPr lang="en-US" u="sng" dirty="0" smtClean="0"/>
              <a:t>Trowel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u="sng" dirty="0" smtClean="0"/>
              <a:t>                    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for laying mortar.                              - It is used plastering walls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22995" y="173625"/>
            <a:ext cx="1110542" cy="162823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427" y="2197873"/>
            <a:ext cx="1464839" cy="146483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4613" y="2613539"/>
            <a:ext cx="1835055" cy="798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768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353799" cy="6858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5. </a:t>
            </a:r>
            <a:r>
              <a:rPr lang="en-US" u="sng" dirty="0" smtClean="0"/>
              <a:t>Joiner, cross brick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u="sng" dirty="0" smtClean="0"/>
              <a:t>                         </a:t>
            </a:r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to </a:t>
            </a:r>
            <a:r>
              <a:rPr lang="en-US" u="sng" dirty="0" smtClean="0"/>
              <a:t>finish</a:t>
            </a:r>
            <a:r>
              <a:rPr lang="en-US" dirty="0" smtClean="0"/>
              <a:t> horizontal and vertical joints between the brick course.</a:t>
            </a:r>
          </a:p>
          <a:p>
            <a:pPr marL="0" indent="0">
              <a:buNone/>
            </a:pPr>
            <a:r>
              <a:rPr lang="en-US" dirty="0" smtClean="0"/>
              <a:t>6. </a:t>
            </a:r>
            <a:r>
              <a:rPr lang="en-US" u="sng" dirty="0" smtClean="0"/>
              <a:t>Building profile pipe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dirty="0" smtClean="0"/>
              <a:t>- It is used to provide accurate </a:t>
            </a:r>
            <a:r>
              <a:rPr lang="en-US" u="sng" dirty="0" smtClean="0"/>
              <a:t>guideline</a:t>
            </a:r>
            <a:r>
              <a:rPr lang="en-US" dirty="0" smtClean="0"/>
              <a:t> when building walls.</a:t>
            </a:r>
          </a:p>
          <a:p>
            <a:pPr marL="0" indent="0">
              <a:buNone/>
            </a:pPr>
            <a:r>
              <a:rPr lang="en-US" dirty="0"/>
              <a:t>7. </a:t>
            </a:r>
            <a:r>
              <a:rPr lang="en-US" u="sng" dirty="0"/>
              <a:t>Pick axe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</a:t>
            </a:r>
            <a:r>
              <a:rPr lang="en-US" dirty="0"/>
              <a:t>is used for </a:t>
            </a:r>
            <a:r>
              <a:rPr lang="en-US" u="sng" dirty="0"/>
              <a:t>digging</a:t>
            </a:r>
            <a:r>
              <a:rPr lang="en-US" dirty="0"/>
              <a:t> trenches.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972" y="312738"/>
            <a:ext cx="1986933" cy="152735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8971" y="2218650"/>
            <a:ext cx="2146433" cy="12103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4483605"/>
            <a:ext cx="2041404" cy="1209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6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353799" cy="685800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3800" dirty="0" smtClean="0"/>
              <a:t>8. </a:t>
            </a:r>
            <a:r>
              <a:rPr lang="en-US" sz="3800" u="sng" dirty="0"/>
              <a:t>Fishing line</a:t>
            </a:r>
          </a:p>
          <a:p>
            <a:pPr marL="0" indent="0">
              <a:buNone/>
            </a:pPr>
            <a:endParaRPr lang="en-US" sz="2300" u="sng" dirty="0" smtClean="0"/>
          </a:p>
          <a:p>
            <a:pPr marL="0" indent="0">
              <a:buNone/>
            </a:pPr>
            <a:r>
              <a:rPr lang="en-US" sz="2300" dirty="0" smtClean="0"/>
              <a:t>                          </a:t>
            </a:r>
          </a:p>
          <a:p>
            <a:pPr marL="0" indent="0">
              <a:buNone/>
            </a:pPr>
            <a:r>
              <a:rPr lang="en-US" sz="2300" dirty="0" smtClean="0"/>
              <a:t>                     </a:t>
            </a:r>
            <a:endParaRPr lang="en-US" sz="2300" dirty="0"/>
          </a:p>
          <a:p>
            <a:pPr marL="0" indent="0">
              <a:buNone/>
            </a:pPr>
            <a:endParaRPr lang="en-US" sz="2300" dirty="0" smtClean="0"/>
          </a:p>
          <a:p>
            <a:pPr marL="0" indent="0">
              <a:buNone/>
            </a:pPr>
            <a:endParaRPr lang="en-US" sz="2300" dirty="0"/>
          </a:p>
          <a:p>
            <a:pPr marL="0" indent="0">
              <a:buNone/>
            </a:pPr>
            <a:r>
              <a:rPr lang="en-US" sz="3800" dirty="0"/>
              <a:t>- It is used for </a:t>
            </a:r>
            <a:r>
              <a:rPr lang="en-US" sz="3800" u="sng" dirty="0"/>
              <a:t>level</a:t>
            </a:r>
            <a:r>
              <a:rPr lang="en-US" sz="3800" dirty="0"/>
              <a:t> of brick coarse or walls.</a:t>
            </a:r>
          </a:p>
          <a:p>
            <a:pPr marL="0" indent="0">
              <a:buNone/>
            </a:pPr>
            <a:r>
              <a:rPr lang="en-US" sz="3800" dirty="0"/>
              <a:t>9</a:t>
            </a:r>
            <a:r>
              <a:rPr lang="en-US" sz="3800" dirty="0" smtClean="0"/>
              <a:t>. </a:t>
            </a:r>
            <a:r>
              <a:rPr lang="en-US" sz="3800" u="sng" dirty="0" smtClean="0"/>
              <a:t>White wash brush</a:t>
            </a:r>
          </a:p>
          <a:p>
            <a:pPr>
              <a:buFontTx/>
              <a:buChar char="-"/>
            </a:pPr>
            <a:endParaRPr lang="en-US" sz="2300" dirty="0" smtClean="0"/>
          </a:p>
          <a:p>
            <a:pPr>
              <a:buFontTx/>
              <a:buChar char="-"/>
            </a:pPr>
            <a:endParaRPr lang="en-US" sz="2300" dirty="0"/>
          </a:p>
          <a:p>
            <a:pPr>
              <a:buFontTx/>
              <a:buChar char="-"/>
            </a:pPr>
            <a:endParaRPr lang="en-US" sz="2300" dirty="0" smtClean="0"/>
          </a:p>
          <a:p>
            <a:pPr marL="0" indent="0">
              <a:buNone/>
            </a:pPr>
            <a:endParaRPr lang="en-US" sz="2300" dirty="0" smtClean="0"/>
          </a:p>
          <a:p>
            <a:pPr marL="0" indent="0">
              <a:buNone/>
            </a:pPr>
            <a:r>
              <a:rPr lang="en-US" sz="3800" dirty="0" smtClean="0"/>
              <a:t>- It </a:t>
            </a:r>
            <a:r>
              <a:rPr lang="en-US" sz="3800" dirty="0"/>
              <a:t>is used for </a:t>
            </a:r>
            <a:r>
              <a:rPr lang="en-US" sz="3800" u="sng" dirty="0"/>
              <a:t>wetting</a:t>
            </a:r>
            <a:r>
              <a:rPr lang="en-US" sz="3800" dirty="0"/>
              <a:t> </a:t>
            </a:r>
            <a:r>
              <a:rPr lang="en-US" sz="3800" dirty="0" smtClean="0"/>
              <a:t>surfaces</a:t>
            </a:r>
          </a:p>
          <a:p>
            <a:pPr marL="0" indent="0">
              <a:buNone/>
            </a:pPr>
            <a:endParaRPr lang="en-US" sz="2300" dirty="0" smtClean="0"/>
          </a:p>
          <a:p>
            <a:pPr marL="0" indent="0">
              <a:buNone/>
            </a:pPr>
            <a:r>
              <a:rPr lang="en-US" sz="3800" dirty="0" smtClean="0"/>
              <a:t>10. </a:t>
            </a:r>
            <a:r>
              <a:rPr lang="en-US" sz="3800" u="sng" dirty="0" smtClean="0"/>
              <a:t>Chisel</a:t>
            </a:r>
            <a:endParaRPr lang="en-US" sz="3800" u="sng" dirty="0"/>
          </a:p>
          <a:p>
            <a:pPr marL="0" indent="0">
              <a:buNone/>
            </a:pPr>
            <a:endParaRPr lang="en-US" sz="2300" dirty="0" smtClean="0"/>
          </a:p>
          <a:p>
            <a:pPr marL="0" indent="0">
              <a:buNone/>
            </a:pPr>
            <a:endParaRPr lang="en-US" sz="2300" dirty="0"/>
          </a:p>
          <a:p>
            <a:pPr marL="0" indent="0">
              <a:buNone/>
            </a:pPr>
            <a:endParaRPr lang="en-US" sz="2300" dirty="0" smtClean="0"/>
          </a:p>
          <a:p>
            <a:pPr marL="0" indent="0">
              <a:buNone/>
            </a:pPr>
            <a:endParaRPr lang="en-US" sz="2300" dirty="0" smtClean="0"/>
          </a:p>
          <a:p>
            <a:pPr marL="0" indent="0">
              <a:buNone/>
            </a:pPr>
            <a:endParaRPr lang="en-US" sz="2300" dirty="0"/>
          </a:p>
          <a:p>
            <a:pPr marL="0" indent="0">
              <a:buNone/>
            </a:pPr>
            <a:r>
              <a:rPr lang="en-US" sz="2300" dirty="0"/>
              <a:t> </a:t>
            </a:r>
            <a:endParaRPr lang="en-US" sz="2300" dirty="0" smtClean="0"/>
          </a:p>
          <a:p>
            <a:pPr marL="0" indent="0">
              <a:buNone/>
            </a:pPr>
            <a:r>
              <a:rPr lang="en-US" sz="3800" dirty="0" smtClean="0"/>
              <a:t>- </a:t>
            </a:r>
            <a:r>
              <a:rPr lang="en-US" sz="3800" dirty="0"/>
              <a:t>It is used as a </a:t>
            </a:r>
            <a:r>
              <a:rPr lang="en-US" sz="3800" u="sng" dirty="0"/>
              <a:t>cutting</a:t>
            </a:r>
            <a:r>
              <a:rPr lang="en-US" sz="3800" dirty="0"/>
              <a:t> tool on bricks and concretes.</a:t>
            </a:r>
          </a:p>
          <a:p>
            <a:pPr marL="0" indent="0">
              <a:buNone/>
            </a:pPr>
            <a:r>
              <a:rPr lang="en-US" sz="2900" dirty="0" smtClean="0"/>
              <a:t>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75" y="2356328"/>
            <a:ext cx="3675353" cy="93981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305" y="229325"/>
            <a:ext cx="1290437" cy="136984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939" y="4196085"/>
            <a:ext cx="1713124" cy="1426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062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"/>
            <a:ext cx="10890161" cy="666885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11. </a:t>
            </a:r>
            <a:r>
              <a:rPr lang="en-US" u="sng" dirty="0" smtClean="0"/>
              <a:t>Hammers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for general </a:t>
            </a:r>
            <a:r>
              <a:rPr lang="en-US" u="sng" dirty="0" smtClean="0"/>
              <a:t>hammering</a:t>
            </a:r>
            <a:r>
              <a:rPr lang="en-US" dirty="0" smtClean="0"/>
              <a:t> in brickworks.</a:t>
            </a:r>
          </a:p>
          <a:p>
            <a:pPr marL="0" indent="0">
              <a:buNone/>
            </a:pPr>
            <a:r>
              <a:rPr lang="en-US" dirty="0" smtClean="0"/>
              <a:t>12. </a:t>
            </a:r>
            <a:r>
              <a:rPr lang="en-US" u="sng" dirty="0" smtClean="0"/>
              <a:t>Shovel</a:t>
            </a:r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for </a:t>
            </a:r>
            <a:r>
              <a:rPr lang="en-US" u="sng" dirty="0" smtClean="0"/>
              <a:t>digging</a:t>
            </a:r>
            <a:r>
              <a:rPr lang="en-US" dirty="0" smtClean="0"/>
              <a:t>, </a:t>
            </a:r>
            <a:r>
              <a:rPr lang="en-US" u="sng" dirty="0" smtClean="0"/>
              <a:t>moving</a:t>
            </a:r>
            <a:r>
              <a:rPr lang="en-US" dirty="0" smtClean="0"/>
              <a:t> sands etc.</a:t>
            </a:r>
          </a:p>
          <a:p>
            <a:pPr marL="0" indent="0">
              <a:buNone/>
            </a:pPr>
            <a:r>
              <a:rPr lang="en-US" u="sng" dirty="0" smtClean="0">
                <a:solidFill>
                  <a:schemeClr val="accent1"/>
                </a:solidFill>
              </a:rPr>
              <a:t>Video:</a:t>
            </a:r>
          </a:p>
          <a:p>
            <a:pPr marL="0" indent="0">
              <a:buNone/>
            </a:pPr>
            <a:r>
              <a:rPr lang="en-US" dirty="0"/>
              <a:t> https://youtu.be/sGNbsZbbefo?si=CCKmo6qc41d60ClE </a:t>
            </a:r>
          </a:p>
          <a:p>
            <a:pPr marL="0" indent="0">
              <a:buNone/>
            </a:pPr>
            <a:r>
              <a:rPr lang="en-US" u="sng" dirty="0" smtClean="0"/>
              <a:t>Feedback</a:t>
            </a:r>
            <a:r>
              <a:rPr lang="en-US" dirty="0" smtClean="0"/>
              <a:t> </a:t>
            </a:r>
            <a:r>
              <a:rPr lang="en-US" dirty="0"/>
              <a:t>: Activity 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977" y="312738"/>
            <a:ext cx="2654978" cy="177910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004136" y="1758925"/>
            <a:ext cx="1207515" cy="363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513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1682616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Kwa Thema Skills School</a:t>
            </a:r>
            <a:br>
              <a:rPr lang="en-US" sz="3200" dirty="0" smtClean="0"/>
            </a:br>
            <a:r>
              <a:rPr lang="en-US" sz="2700" dirty="0" smtClean="0"/>
              <a:t>Subject : Maintenance					</a:t>
            </a:r>
            <a:r>
              <a:rPr lang="en-US" sz="2700" smtClean="0"/>
              <a:t>	</a:t>
            </a:r>
            <a:r>
              <a:rPr lang="en-US" sz="2700" smtClean="0"/>
              <a:t>Marks: 10</a:t>
            </a:r>
            <a:r>
              <a:rPr lang="en-US" sz="2700" dirty="0" smtClean="0"/>
              <a:t/>
            </a:r>
            <a:br>
              <a:rPr lang="en-US" sz="2700" dirty="0" smtClean="0"/>
            </a:br>
            <a:r>
              <a:rPr lang="en-US" sz="2700" dirty="0" smtClean="0"/>
              <a:t>Grade	  : Year 1 							</a:t>
            </a:r>
            <a:r>
              <a:rPr lang="en-US" sz="2700" smtClean="0"/>
              <a:t>     </a:t>
            </a:r>
            <a:r>
              <a:rPr lang="en-US" sz="2700" smtClean="0"/>
              <a:t>Time : 30 mins</a:t>
            </a:r>
            <a:r>
              <a:rPr lang="en-US" sz="2700" dirty="0" smtClean="0"/>
              <a:t/>
            </a:r>
            <a:br>
              <a:rPr lang="en-US" sz="2700" dirty="0" smtClean="0"/>
            </a:br>
            <a:r>
              <a:rPr lang="en-US" sz="2700" smtClean="0"/>
              <a:t>Date     </a:t>
            </a:r>
            <a:r>
              <a:rPr lang="en-US" sz="2700" smtClean="0"/>
              <a:t>:   /  / 2024</a:t>
            </a: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u="sng" dirty="0" smtClean="0"/>
              <a:t>Question:1</a:t>
            </a:r>
          </a:p>
          <a:p>
            <a:pPr marL="0" indent="0">
              <a:buNone/>
            </a:pPr>
            <a:r>
              <a:rPr lang="en-US" sz="2400" smtClean="0"/>
              <a:t>1. Name </a:t>
            </a:r>
            <a:r>
              <a:rPr lang="en-US" sz="2400" dirty="0" smtClean="0"/>
              <a:t>the following marking and cutting hand tools.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							</a:t>
            </a: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1.__________________				       2.______________________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							</a:t>
            </a:r>
          </a:p>
          <a:p>
            <a:pPr marL="0" indent="0">
              <a:buNone/>
            </a:pPr>
            <a:r>
              <a:rPr lang="en-US" sz="2400" dirty="0" smtClean="0"/>
              <a:t>3.___________________  				 4. ______________________</a:t>
            </a:r>
            <a:endParaRPr lang="en-US" sz="2400" dirty="0"/>
          </a:p>
        </p:txBody>
      </p:sp>
      <p:pic>
        <p:nvPicPr>
          <p:cNvPr id="9" name="Picture 8" descr="C:\Users\Dr. MP Mazibuko\Documents\2018 PRO PRACTICUM MASTER\5 Handbook\Downloads\Year 4\Chisel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957710" y="4851634"/>
            <a:ext cx="1522921" cy="1158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408" y="4898251"/>
            <a:ext cx="1188823" cy="126198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978" y="3151002"/>
            <a:ext cx="3176291" cy="81083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3078" y="2776656"/>
            <a:ext cx="1469263" cy="146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861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3538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5. _________________  				            6. ____________________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		</a:t>
            </a:r>
          </a:p>
          <a:p>
            <a:pPr marL="3657600" lvl="8" indent="0">
              <a:buNone/>
            </a:pPr>
            <a:r>
              <a:rPr lang="en-US" dirty="0" smtClean="0"/>
              <a:t>					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7. __________________ 				            8. ___________________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9. __________________ 				            10. ___________________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																						(10) </a:t>
            </a:r>
            <a:endParaRPr lang="en-US" dirty="0"/>
          </a:p>
        </p:txBody>
      </p:sp>
      <p:pic>
        <p:nvPicPr>
          <p:cNvPr id="4" name="Picture 3" descr="C:\Users\Dr. MP Mazibuko\Documents\2018 PRO PRACTICUM MASTER\5 Handbook\Metalwork\Y1 Metalwork\Identify tools\Files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9696" y="-39384"/>
            <a:ext cx="1481248" cy="1056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Image result for measuring tape for woodworking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10801" y="1798197"/>
            <a:ext cx="1971900" cy="133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47" y="1798197"/>
            <a:ext cx="2588654" cy="888642"/>
          </a:xfrm>
          <a:prstGeom prst="rect">
            <a:avLst/>
          </a:prstGeom>
          <a:noFill/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709" y="3736110"/>
            <a:ext cx="1188823" cy="118882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5779" y="3595433"/>
            <a:ext cx="1627773" cy="110956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747" y="426736"/>
            <a:ext cx="1765602" cy="644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032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"/>
            <a:ext cx="9274002" cy="60413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u="sng" dirty="0" smtClean="0">
                <a:solidFill>
                  <a:schemeClr val="accent1"/>
                </a:solidFill>
              </a:rPr>
              <a:t>Feedback</a:t>
            </a:r>
            <a:r>
              <a:rPr lang="en-US" sz="3600" dirty="0" smtClean="0">
                <a:solidFill>
                  <a:schemeClr val="accent1"/>
                </a:solidFill>
              </a:rPr>
              <a:t> : Activity</a:t>
            </a:r>
          </a:p>
          <a:p>
            <a:pPr marL="0" indent="0">
              <a:buNone/>
            </a:pPr>
            <a:r>
              <a:rPr lang="en-US" sz="3600" dirty="0" smtClean="0">
                <a:solidFill>
                  <a:schemeClr val="accent1"/>
                </a:solidFill>
              </a:rPr>
              <a:t>(Practical lesson or Project)</a:t>
            </a:r>
          </a:p>
          <a:p>
            <a:pPr marL="0" indent="0">
              <a:buNone/>
            </a:pPr>
            <a:r>
              <a:rPr lang="en-US" sz="3600" dirty="0" smtClean="0">
                <a:solidFill>
                  <a:schemeClr val="accent1"/>
                </a:solidFill>
              </a:rPr>
              <a:t>        </a:t>
            </a:r>
            <a:r>
              <a:rPr lang="en-US" sz="3600" u="sng" dirty="0" smtClean="0">
                <a:solidFill>
                  <a:schemeClr val="accent1"/>
                </a:solidFill>
              </a:rPr>
              <a:t>Building Four Coarse Walls</a:t>
            </a:r>
            <a:endParaRPr lang="en-US" sz="3600" u="sng" dirty="0">
              <a:solidFill>
                <a:schemeClr val="accent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2780" y="2604912"/>
            <a:ext cx="5951753" cy="2915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47042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535</TotalTime>
  <Words>245</Words>
  <Application>Microsoft Office PowerPoint</Application>
  <PresentationFormat>Widescreen</PresentationFormat>
  <Paragraphs>119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Basic building and plastering tools.</vt:lpstr>
      <vt:lpstr>PowerPoint Presentation</vt:lpstr>
      <vt:lpstr>PowerPoint Presentation</vt:lpstr>
      <vt:lpstr>PowerPoint Presentation</vt:lpstr>
      <vt:lpstr>PowerPoint Presentation</vt:lpstr>
      <vt:lpstr>Kwa Thema Skills School Subject : Maintenance      Marks: 10 Grade   : Year 1             Time : 30 mins Date     :   /  / 2024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95</cp:revision>
  <cp:lastPrinted>2022-08-31T08:15:20Z</cp:lastPrinted>
  <dcterms:created xsi:type="dcterms:W3CDTF">2022-08-25T11:18:17Z</dcterms:created>
  <dcterms:modified xsi:type="dcterms:W3CDTF">2024-01-16T17:11:33Z</dcterms:modified>
</cp:coreProperties>
</file>