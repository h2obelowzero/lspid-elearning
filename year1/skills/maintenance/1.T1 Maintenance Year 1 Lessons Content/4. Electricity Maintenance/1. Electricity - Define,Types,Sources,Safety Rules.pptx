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58" r:id="rId5"/>
    <p:sldId id="262" r:id="rId6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Electrical Maintenance </a:t>
            </a:r>
          </a:p>
          <a:p>
            <a:pPr marL="0" indent="0">
              <a:buNone/>
            </a:pPr>
            <a:r>
              <a:rPr lang="en-US" sz="6600" b="1" dirty="0" smtClean="0">
                <a:solidFill>
                  <a:schemeClr val="tx1"/>
                </a:solidFill>
              </a:rPr>
              <a:t>       </a:t>
            </a:r>
            <a:endParaRPr lang="en-US" sz="6600" b="1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6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6600" b="1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6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Video</a:t>
            </a:r>
            <a:r>
              <a:rPr lang="en-US" sz="2400" dirty="0" smtClean="0">
                <a:solidFill>
                  <a:schemeClr val="tx1"/>
                </a:solidFill>
              </a:rPr>
              <a:t> : </a:t>
            </a:r>
            <a:r>
              <a:rPr lang="en-US" sz="2400" u="sng" dirty="0" smtClean="0">
                <a:solidFill>
                  <a:schemeClr val="tx1"/>
                </a:solidFill>
              </a:rPr>
              <a:t>Introduction to Electricity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https://youtu.be/CIv6vu9d73c?si=FR8BNwRlOTyICct1</a:t>
            </a:r>
            <a:endParaRPr lang="en-US" sz="2400" u="sng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2" y="773798"/>
            <a:ext cx="6117465" cy="435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u="sng" dirty="0" smtClean="0"/>
              <a:t>Definition of electricity</a:t>
            </a:r>
          </a:p>
          <a:p>
            <a:pPr marL="0" indent="0">
              <a:buNone/>
            </a:pPr>
            <a:r>
              <a:rPr lang="en-US" dirty="0" smtClean="0"/>
              <a:t>- It is the flow electrical power or charge.</a:t>
            </a:r>
          </a:p>
          <a:p>
            <a:pPr marL="0" indent="0">
              <a:buNone/>
            </a:pPr>
            <a:r>
              <a:rPr lang="en-US" u="sng" dirty="0" smtClean="0"/>
              <a:t>Types of Electricity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u="sng" dirty="0" smtClean="0"/>
              <a:t>1.Current Electricity</a:t>
            </a:r>
          </a:p>
          <a:p>
            <a:pPr marL="0" indent="0">
              <a:buNone/>
            </a:pPr>
            <a:r>
              <a:rPr lang="en-US" dirty="0" smtClean="0"/>
              <a:t>- It the flow of electrons from one section of an electric circuit to another. e.g DC and AC</a:t>
            </a:r>
          </a:p>
          <a:p>
            <a:pPr marL="0" indent="0">
              <a:buNone/>
            </a:pPr>
            <a:r>
              <a:rPr lang="en-US" u="sng" dirty="0" smtClean="0"/>
              <a:t>2. Static Electricity</a:t>
            </a:r>
          </a:p>
          <a:p>
            <a:pPr marL="0" indent="0">
              <a:buNone/>
            </a:pPr>
            <a:r>
              <a:rPr lang="en-US" dirty="0" smtClean="0"/>
              <a:t>- I t is the imbalance between the positive and negative charges in an object leads to a discharge of electric pulse.</a:t>
            </a:r>
          </a:p>
          <a:p>
            <a:pPr marL="0" indent="0">
              <a:buNone/>
            </a:pPr>
            <a:r>
              <a:rPr lang="en-US" b="1" u="sng" dirty="0" smtClean="0"/>
              <a:t>Sources of electricity</a:t>
            </a:r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US" dirty="0" smtClean="0"/>
              <a:t>. Wind turbine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lang="en-US" dirty="0" smtClean="0"/>
              <a:t>. Tidal power</a:t>
            </a:r>
          </a:p>
          <a:p>
            <a:pPr marL="0" indent="0">
              <a:buNone/>
            </a:pPr>
            <a:r>
              <a:rPr lang="en-US" dirty="0"/>
              <a:t>3</a:t>
            </a:r>
            <a:r>
              <a:rPr lang="en-US" dirty="0" smtClean="0"/>
              <a:t>. Alternating current</a:t>
            </a:r>
          </a:p>
          <a:p>
            <a:pPr marL="0" indent="0">
              <a:buNone/>
            </a:pPr>
            <a:r>
              <a:rPr lang="en-US" dirty="0" smtClean="0"/>
              <a:t>4. Solar power</a:t>
            </a:r>
          </a:p>
          <a:p>
            <a:pPr marL="0" indent="0">
              <a:buNone/>
            </a:pPr>
            <a:r>
              <a:rPr lang="en-US" dirty="0" smtClean="0"/>
              <a:t>5. Power station</a:t>
            </a:r>
          </a:p>
          <a:p>
            <a:pPr marL="0" indent="0">
              <a:buNone/>
            </a:pPr>
            <a:r>
              <a:rPr lang="en-US" dirty="0" smtClean="0"/>
              <a:t>6. Hydroelectricity</a:t>
            </a:r>
          </a:p>
          <a:p>
            <a:pPr marL="0" indent="0">
              <a:buNone/>
            </a:pPr>
            <a:r>
              <a:rPr lang="en-US" dirty="0" smtClean="0"/>
              <a:t>7. Nuclear power</a:t>
            </a:r>
          </a:p>
          <a:p>
            <a:pPr marL="0" indent="0">
              <a:buNone/>
            </a:pPr>
            <a:r>
              <a:rPr lang="en-US" dirty="0" smtClean="0"/>
              <a:t>8. Hydropower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Video </a:t>
            </a:r>
            <a:r>
              <a:rPr lang="en-US" dirty="0">
                <a:solidFill>
                  <a:schemeClr val="accent1"/>
                </a:solidFill>
              </a:rPr>
              <a:t>: https://youtu.be/yB2ACJ46KZw?si=QhVN5iA8Wn9IlJot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80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Kwa Thema Skills School</a:t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Subject	: Maintenance							       </a:t>
            </a:r>
            <a:r>
              <a:rPr lang="en-US" sz="2800" dirty="0" smtClean="0">
                <a:solidFill>
                  <a:schemeClr val="accent1"/>
                </a:solidFill>
              </a:rPr>
              <a:t>Marks</a:t>
            </a:r>
            <a:r>
              <a:rPr lang="en-US" sz="2800" dirty="0">
                <a:solidFill>
                  <a:schemeClr val="accent1"/>
                </a:solidFill>
              </a:rPr>
              <a:t>: 8</a:t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Grade	</a:t>
            </a:r>
            <a:r>
              <a:rPr lang="en-US" sz="2800" dirty="0" smtClean="0">
                <a:solidFill>
                  <a:schemeClr val="accent1"/>
                </a:solidFill>
              </a:rPr>
              <a:t>: </a:t>
            </a:r>
            <a:r>
              <a:rPr lang="en-US" sz="2800" dirty="0">
                <a:solidFill>
                  <a:schemeClr val="accent1"/>
                </a:solidFill>
              </a:rPr>
              <a:t>Year 1 							   		       Time : </a:t>
            </a:r>
            <a:r>
              <a:rPr lang="en-US" sz="2800" dirty="0" smtClean="0">
                <a:solidFill>
                  <a:schemeClr val="accent1"/>
                </a:solidFill>
              </a:rPr>
              <a:t>30 mins</a:t>
            </a:r>
            <a:r>
              <a:rPr lang="en-US" sz="2800" dirty="0">
                <a:solidFill>
                  <a:schemeClr val="accent1"/>
                </a:solidFill>
              </a:rPr>
              <a:t/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Date		</a:t>
            </a:r>
            <a:r>
              <a:rPr lang="en-US" sz="2800" dirty="0" smtClean="0">
                <a:solidFill>
                  <a:schemeClr val="accent1"/>
                </a:solidFill>
              </a:rPr>
              <a:t>:   /  / 2024</a:t>
            </a:r>
            <a:endParaRPr lang="en-US" sz="2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Question:1</a:t>
            </a:r>
          </a:p>
          <a:p>
            <a:pPr marL="0" indent="0">
              <a:buNone/>
            </a:pPr>
            <a:r>
              <a:rPr lang="en-US" dirty="0" smtClean="0"/>
              <a:t>1.What is electricity?</a:t>
            </a:r>
          </a:p>
          <a:p>
            <a:pPr marL="0" indent="0">
              <a:buNone/>
            </a:pPr>
            <a:r>
              <a:rPr lang="en-US" dirty="0" smtClean="0"/>
              <a:t>1.1 ___________________________________</a:t>
            </a:r>
          </a:p>
          <a:p>
            <a:pPr marL="0" indent="0">
              <a:buNone/>
            </a:pPr>
            <a:r>
              <a:rPr lang="en-US" dirty="0" smtClean="0"/>
              <a:t>2. Name two main types of electricity.</a:t>
            </a:r>
          </a:p>
          <a:p>
            <a:pPr marL="0" indent="0">
              <a:buNone/>
            </a:pPr>
            <a:r>
              <a:rPr lang="en-US" dirty="0" smtClean="0"/>
              <a:t>2.1 __________________</a:t>
            </a:r>
          </a:p>
          <a:p>
            <a:pPr marL="0" indent="0">
              <a:buNone/>
            </a:pPr>
            <a:r>
              <a:rPr lang="en-US" dirty="0" smtClean="0"/>
              <a:t>2.2 __________________</a:t>
            </a:r>
          </a:p>
          <a:p>
            <a:pPr marL="0" indent="0">
              <a:buNone/>
            </a:pPr>
            <a:r>
              <a:rPr lang="en-US" dirty="0" smtClean="0"/>
              <a:t>3. Name five sources of electricity</a:t>
            </a:r>
          </a:p>
          <a:p>
            <a:pPr marL="0" indent="0">
              <a:buNone/>
            </a:pPr>
            <a:r>
              <a:rPr lang="en-US" dirty="0" smtClean="0"/>
              <a:t>3.1 __________________</a:t>
            </a:r>
          </a:p>
          <a:p>
            <a:pPr marL="0" indent="0">
              <a:buNone/>
            </a:pPr>
            <a:r>
              <a:rPr lang="en-US" dirty="0" smtClean="0"/>
              <a:t>3.2 __________________</a:t>
            </a:r>
          </a:p>
          <a:p>
            <a:pPr marL="0" indent="0">
              <a:buNone/>
            </a:pPr>
            <a:r>
              <a:rPr lang="en-US" dirty="0" smtClean="0"/>
              <a:t>3.3 __________________</a:t>
            </a:r>
          </a:p>
          <a:p>
            <a:pPr marL="0" indent="0">
              <a:buNone/>
            </a:pPr>
            <a:r>
              <a:rPr lang="en-US" dirty="0" smtClean="0"/>
              <a:t>3.4 __________________</a:t>
            </a:r>
          </a:p>
          <a:p>
            <a:pPr marL="0" indent="0">
              <a:buNone/>
            </a:pPr>
            <a:r>
              <a:rPr lang="en-US" dirty="0" smtClean="0"/>
              <a:t>3.5 __________________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1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948520"/>
          </a:xfrm>
        </p:spPr>
        <p:txBody>
          <a:bodyPr/>
          <a:lstStyle/>
          <a:p>
            <a:r>
              <a:rPr lang="en-US" b="1" u="sng" dirty="0" smtClean="0"/>
              <a:t>Basic safety rules in Electricity.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0856"/>
            <a:ext cx="11045824" cy="54363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 smtClean="0"/>
              <a:t>1. Use  </a:t>
            </a:r>
            <a:r>
              <a:rPr lang="en-US" sz="1900" u="sng" dirty="0" smtClean="0"/>
              <a:t>SABS</a:t>
            </a:r>
            <a:r>
              <a:rPr lang="en-US" sz="1900" dirty="0" smtClean="0"/>
              <a:t> approved electrical wires or cords.</a:t>
            </a:r>
          </a:p>
          <a:p>
            <a:pPr marL="0" indent="0">
              <a:buNone/>
            </a:pPr>
            <a:r>
              <a:rPr lang="en-US" sz="1900" dirty="0" smtClean="0"/>
              <a:t>2. Do not use electrical tools with </a:t>
            </a:r>
            <a:r>
              <a:rPr lang="en-US" sz="1900" u="sng" dirty="0" smtClean="0"/>
              <a:t>worn</a:t>
            </a:r>
            <a:r>
              <a:rPr lang="en-US" sz="1900" dirty="0" smtClean="0"/>
              <a:t> or </a:t>
            </a:r>
            <a:r>
              <a:rPr lang="en-US" sz="1900" u="sng" dirty="0" smtClean="0"/>
              <a:t>damaged</a:t>
            </a:r>
            <a:r>
              <a:rPr lang="en-US" sz="1900" dirty="0" smtClean="0"/>
              <a:t> wires.</a:t>
            </a:r>
          </a:p>
          <a:p>
            <a:pPr marL="0" indent="0">
              <a:buNone/>
            </a:pPr>
            <a:r>
              <a:rPr lang="en-US" sz="1900" dirty="0" smtClean="0"/>
              <a:t>3. Do not touch electrical machines or tools with wet </a:t>
            </a:r>
            <a:r>
              <a:rPr lang="en-US" sz="1900" u="sng" dirty="0" smtClean="0"/>
              <a:t>hands</a:t>
            </a:r>
            <a:r>
              <a:rPr lang="en-US" sz="1900" dirty="0" smtClean="0"/>
              <a:t> or </a:t>
            </a:r>
            <a:r>
              <a:rPr lang="en-US" sz="1900" u="sng" dirty="0" smtClean="0"/>
              <a:t>barefoot</a:t>
            </a:r>
            <a:r>
              <a:rPr lang="en-US" sz="1900" dirty="0" smtClean="0"/>
              <a:t>.</a:t>
            </a:r>
          </a:p>
          <a:p>
            <a:pPr marL="0" indent="0">
              <a:buNone/>
            </a:pPr>
            <a:r>
              <a:rPr lang="en-US" sz="1900" dirty="0" smtClean="0"/>
              <a:t>4. Switch </a:t>
            </a:r>
            <a:r>
              <a:rPr lang="en-US" sz="1900" u="sng" dirty="0" smtClean="0"/>
              <a:t>off </a:t>
            </a:r>
            <a:r>
              <a:rPr lang="en-US" sz="1900" dirty="0" smtClean="0"/>
              <a:t>and </a:t>
            </a:r>
            <a:r>
              <a:rPr lang="en-US" sz="1900" u="sng" dirty="0" smtClean="0"/>
              <a:t>unplug</a:t>
            </a:r>
            <a:r>
              <a:rPr lang="en-US" sz="1900" dirty="0" smtClean="0"/>
              <a:t> after use all power hand tools.</a:t>
            </a:r>
          </a:p>
          <a:p>
            <a:pPr marL="0" indent="0">
              <a:buNone/>
            </a:pPr>
            <a:r>
              <a:rPr lang="en-US" sz="1900" dirty="0" smtClean="0"/>
              <a:t>5. Do not open the </a:t>
            </a:r>
            <a:r>
              <a:rPr lang="en-US" sz="1900" u="sng" dirty="0" smtClean="0"/>
              <a:t>distribution box</a:t>
            </a:r>
            <a:r>
              <a:rPr lang="en-US" sz="1900" dirty="0" smtClean="0"/>
              <a:t>(DB) in the workshop.</a:t>
            </a:r>
          </a:p>
          <a:p>
            <a:pPr marL="0" indent="0">
              <a:buNone/>
            </a:pPr>
            <a:r>
              <a:rPr lang="en-US" sz="1900" dirty="0" smtClean="0"/>
              <a:t>6. Learners should not play with electrical </a:t>
            </a:r>
            <a:r>
              <a:rPr lang="en-US" sz="1900" u="sng" dirty="0" smtClean="0"/>
              <a:t>sockets</a:t>
            </a:r>
            <a:r>
              <a:rPr lang="en-US" sz="1900" dirty="0" smtClean="0"/>
              <a:t>.</a:t>
            </a:r>
          </a:p>
          <a:p>
            <a:pPr marL="0" indent="0">
              <a:buNone/>
            </a:pPr>
            <a:r>
              <a:rPr lang="en-US" sz="1900" dirty="0" smtClean="0"/>
              <a:t>7. Do not pull the </a:t>
            </a:r>
            <a:r>
              <a:rPr lang="en-US" sz="1900" u="sng" dirty="0" smtClean="0"/>
              <a:t>plugs</a:t>
            </a:r>
            <a:r>
              <a:rPr lang="en-US" sz="1900" dirty="0" smtClean="0"/>
              <a:t> by cord.</a:t>
            </a:r>
          </a:p>
          <a:p>
            <a:pPr marL="0" indent="0">
              <a:buNone/>
            </a:pPr>
            <a:r>
              <a:rPr lang="en-US" sz="1900" dirty="0" smtClean="0"/>
              <a:t>8. Do not attempt to </a:t>
            </a:r>
            <a:r>
              <a:rPr lang="en-US" sz="1900" u="sng" dirty="0" smtClean="0"/>
              <a:t>repair</a:t>
            </a:r>
            <a:r>
              <a:rPr lang="en-US" sz="1900" dirty="0" smtClean="0"/>
              <a:t> electrical machines or tools.</a:t>
            </a:r>
          </a:p>
          <a:p>
            <a:pPr marL="0" indent="0">
              <a:buNone/>
            </a:pPr>
            <a:r>
              <a:rPr lang="en-US" sz="1900" dirty="0" smtClean="0"/>
              <a:t>9. No </a:t>
            </a:r>
            <a:r>
              <a:rPr lang="en-US" sz="1900" u="sng" dirty="0" smtClean="0"/>
              <a:t>overloading</a:t>
            </a:r>
            <a:r>
              <a:rPr lang="en-US" sz="1900" dirty="0" smtClean="0"/>
              <a:t> of plugs.</a:t>
            </a:r>
          </a:p>
          <a:p>
            <a:pPr marL="0" indent="0">
              <a:buNone/>
            </a:pPr>
            <a:r>
              <a:rPr lang="en-US" sz="1900" dirty="0" smtClean="0"/>
              <a:t>10. Never put </a:t>
            </a:r>
            <a:r>
              <a:rPr lang="en-US" sz="1900" u="sng" dirty="0" smtClean="0"/>
              <a:t>bare </a:t>
            </a:r>
            <a:r>
              <a:rPr lang="en-US" sz="1900" dirty="0" smtClean="0"/>
              <a:t>wires into sockets.</a:t>
            </a:r>
          </a:p>
          <a:p>
            <a:pPr marL="0" indent="0">
              <a:buNone/>
            </a:pPr>
            <a:r>
              <a:rPr lang="en-US" sz="1900" u="sng" dirty="0" smtClean="0">
                <a:solidFill>
                  <a:schemeClr val="accent1"/>
                </a:solidFill>
              </a:rPr>
              <a:t>Video</a:t>
            </a:r>
            <a:r>
              <a:rPr lang="en-US" sz="1900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1900" dirty="0"/>
              <a:t>https://youtu.be/ggJo6m8NZtA?si=bmAN3zoHrYp5aEkj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u="sng" dirty="0" smtClean="0"/>
              <a:t>Feedback</a:t>
            </a:r>
            <a:r>
              <a:rPr lang="en-US" sz="1900" dirty="0" smtClean="0"/>
              <a:t>: Activity </a:t>
            </a:r>
            <a:endParaRPr lang="en-US" sz="1900" dirty="0"/>
          </a:p>
          <a:p>
            <a:pPr marL="0" indent="0">
              <a:buNone/>
            </a:pPr>
            <a:r>
              <a:rPr lang="en-US" sz="1900" dirty="0" smtClean="0"/>
              <a:t>                          </a:t>
            </a:r>
            <a:r>
              <a:rPr lang="en-US" dirty="0" smtClean="0"/>
              <a:t>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Kwa Thema Skills School</a:t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Subject	: Maintenance							       Marks: </a:t>
            </a:r>
            <a:r>
              <a:rPr lang="en-US" sz="2800" dirty="0" smtClean="0">
                <a:solidFill>
                  <a:schemeClr val="accent1"/>
                </a:solidFill>
              </a:rPr>
              <a:t>10</a:t>
            </a:r>
            <a:r>
              <a:rPr lang="en-US" sz="2800" dirty="0">
                <a:solidFill>
                  <a:schemeClr val="accent1"/>
                </a:solidFill>
              </a:rPr>
              <a:t/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Grade	: Year 1 							   		       Time : 30mins</a:t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800" dirty="0">
                <a:solidFill>
                  <a:schemeClr val="accent1"/>
                </a:solidFill>
              </a:rPr>
              <a:t>Date</a:t>
            </a:r>
            <a:r>
              <a:rPr lang="en-US" dirty="0">
                <a:solidFill>
                  <a:schemeClr val="accent1"/>
                </a:solidFill>
              </a:rPr>
              <a:t>		</a:t>
            </a:r>
            <a:r>
              <a:rPr lang="en-US" sz="2800" dirty="0">
                <a:solidFill>
                  <a:schemeClr val="accent1"/>
                </a:solidFill>
              </a:rPr>
              <a:t>:</a:t>
            </a:r>
            <a:r>
              <a:rPr lang="en-US" sz="2800" dirty="0" smtClean="0">
                <a:solidFill>
                  <a:schemeClr val="accent1"/>
                </a:solidFill>
              </a:rPr>
              <a:t>   </a:t>
            </a:r>
            <a:r>
              <a:rPr lang="en-US" sz="2800" dirty="0" smtClean="0">
                <a:solidFill>
                  <a:schemeClr val="accent1"/>
                </a:solidFill>
              </a:rPr>
              <a:t>/  / 2024</a:t>
            </a:r>
            <a:endParaRPr lang="en-US" sz="2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Question:1</a:t>
            </a:r>
          </a:p>
          <a:p>
            <a:pPr marL="0" indent="0">
              <a:buNone/>
            </a:pPr>
            <a:r>
              <a:rPr lang="en-US" sz="1600" dirty="0" smtClean="0"/>
              <a:t>1.Fill in the following sentences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1.1 Use  </a:t>
            </a:r>
            <a:r>
              <a:rPr lang="en-US" sz="1600" u="sng" dirty="0" smtClean="0"/>
              <a:t>___________</a:t>
            </a:r>
            <a:r>
              <a:rPr lang="en-US" sz="1600" dirty="0" smtClean="0"/>
              <a:t> </a:t>
            </a:r>
            <a:r>
              <a:rPr lang="en-US" sz="1600" dirty="0"/>
              <a:t>approved electrical wires or cords.</a:t>
            </a:r>
          </a:p>
          <a:p>
            <a:pPr marL="0" indent="0">
              <a:buNone/>
            </a:pPr>
            <a:r>
              <a:rPr lang="en-US" sz="1600" dirty="0" smtClean="0"/>
              <a:t>1.2 </a:t>
            </a:r>
            <a:r>
              <a:rPr lang="en-US" sz="1600" dirty="0"/>
              <a:t>Do not use electrical tools with </a:t>
            </a:r>
            <a:r>
              <a:rPr lang="en-US" sz="1600" u="sng" dirty="0"/>
              <a:t>worn</a:t>
            </a:r>
            <a:r>
              <a:rPr lang="en-US" sz="1600" dirty="0"/>
              <a:t> or </a:t>
            </a:r>
            <a:r>
              <a:rPr lang="en-US" sz="1600" u="sng" dirty="0" smtClean="0"/>
              <a:t>__________</a:t>
            </a:r>
            <a:r>
              <a:rPr lang="en-US" sz="1600" dirty="0" smtClean="0"/>
              <a:t> </a:t>
            </a:r>
            <a:r>
              <a:rPr lang="en-US" sz="1600" dirty="0"/>
              <a:t>wires.</a:t>
            </a:r>
          </a:p>
          <a:p>
            <a:pPr marL="0" indent="0">
              <a:buNone/>
            </a:pPr>
            <a:r>
              <a:rPr lang="en-US" sz="1600" dirty="0" smtClean="0"/>
              <a:t>1.3 </a:t>
            </a:r>
            <a:r>
              <a:rPr lang="en-US" sz="1600" dirty="0"/>
              <a:t>Do not touch electrical machines or tools with wet </a:t>
            </a:r>
            <a:r>
              <a:rPr lang="en-US" sz="1600" u="sng" dirty="0" smtClean="0"/>
              <a:t>____________</a:t>
            </a:r>
            <a:r>
              <a:rPr lang="en-US" sz="1600" dirty="0" smtClean="0"/>
              <a:t> </a:t>
            </a:r>
            <a:r>
              <a:rPr lang="en-US" sz="1600" dirty="0"/>
              <a:t>or </a:t>
            </a:r>
            <a:r>
              <a:rPr lang="en-US" sz="1600" u="sng" dirty="0"/>
              <a:t>barefoot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 smtClean="0"/>
              <a:t>1.4 </a:t>
            </a:r>
            <a:r>
              <a:rPr lang="en-US" sz="1600" dirty="0"/>
              <a:t>Switch </a:t>
            </a:r>
            <a:r>
              <a:rPr lang="en-US" sz="1600" u="sng" dirty="0" smtClean="0"/>
              <a:t>________ </a:t>
            </a:r>
            <a:r>
              <a:rPr lang="en-US" sz="1600" dirty="0"/>
              <a:t>and </a:t>
            </a:r>
            <a:r>
              <a:rPr lang="en-US" sz="1600" u="sng" dirty="0"/>
              <a:t>unplug</a:t>
            </a:r>
            <a:r>
              <a:rPr lang="en-US" sz="1600" dirty="0"/>
              <a:t> after use all power hand tools.</a:t>
            </a:r>
          </a:p>
          <a:p>
            <a:pPr marL="0" indent="0">
              <a:buNone/>
            </a:pPr>
            <a:r>
              <a:rPr lang="en-US" sz="1600" dirty="0" smtClean="0"/>
              <a:t>1.5 </a:t>
            </a:r>
            <a:r>
              <a:rPr lang="en-US" sz="1600" dirty="0"/>
              <a:t>Do not open the </a:t>
            </a:r>
            <a:r>
              <a:rPr lang="en-US" sz="1600" u="sng" dirty="0" smtClean="0"/>
              <a:t>___________________</a:t>
            </a:r>
            <a:r>
              <a:rPr lang="en-US" sz="1600" dirty="0"/>
              <a:t> </a:t>
            </a:r>
            <a:r>
              <a:rPr lang="en-US" sz="1600" dirty="0" smtClean="0"/>
              <a:t>in </a:t>
            </a:r>
            <a:r>
              <a:rPr lang="en-US" sz="1600" dirty="0"/>
              <a:t>the workshop.</a:t>
            </a:r>
          </a:p>
          <a:p>
            <a:pPr marL="0" indent="0">
              <a:buNone/>
            </a:pPr>
            <a:r>
              <a:rPr lang="en-US" sz="1600" dirty="0" smtClean="0"/>
              <a:t>1.6 </a:t>
            </a:r>
            <a:r>
              <a:rPr lang="en-US" sz="1600" dirty="0"/>
              <a:t>Learners should not play with electrical </a:t>
            </a:r>
            <a:r>
              <a:rPr lang="en-US" sz="1600" u="sng" dirty="0" smtClean="0"/>
              <a:t>______________</a:t>
            </a:r>
            <a:r>
              <a:rPr lang="en-US" sz="1600" dirty="0" smtClean="0"/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1.7 </a:t>
            </a:r>
            <a:r>
              <a:rPr lang="en-US" sz="1600" dirty="0"/>
              <a:t>Do not pull the </a:t>
            </a:r>
            <a:r>
              <a:rPr lang="en-US" sz="1600" u="sng" dirty="0" smtClean="0"/>
              <a:t>___________</a:t>
            </a:r>
            <a:r>
              <a:rPr lang="en-US" sz="1600" dirty="0" smtClean="0"/>
              <a:t> </a:t>
            </a:r>
            <a:r>
              <a:rPr lang="en-US" sz="1600" dirty="0"/>
              <a:t>by cord.</a:t>
            </a:r>
          </a:p>
          <a:p>
            <a:pPr marL="0" indent="0">
              <a:buNone/>
            </a:pPr>
            <a:r>
              <a:rPr lang="en-US" sz="1600" dirty="0" smtClean="0"/>
              <a:t>1.8 </a:t>
            </a:r>
            <a:r>
              <a:rPr lang="en-US" sz="1600" dirty="0"/>
              <a:t>Do not attempt to </a:t>
            </a:r>
            <a:r>
              <a:rPr lang="en-US" sz="1600" u="sng" dirty="0"/>
              <a:t>repair</a:t>
            </a:r>
            <a:r>
              <a:rPr lang="en-US" sz="1600" dirty="0"/>
              <a:t> electrical machines or tools.</a:t>
            </a:r>
          </a:p>
          <a:p>
            <a:pPr marL="0" indent="0">
              <a:buNone/>
            </a:pPr>
            <a:r>
              <a:rPr lang="en-US" sz="1600" dirty="0" smtClean="0"/>
              <a:t>1.9 </a:t>
            </a:r>
            <a:r>
              <a:rPr lang="en-US" sz="1600" dirty="0"/>
              <a:t>No </a:t>
            </a:r>
            <a:r>
              <a:rPr lang="en-US" sz="1600" u="sng" dirty="0" smtClean="0"/>
              <a:t>_______________</a:t>
            </a:r>
            <a:r>
              <a:rPr lang="en-US" sz="1600" dirty="0" smtClean="0"/>
              <a:t> </a:t>
            </a:r>
            <a:r>
              <a:rPr lang="en-US" sz="1600" dirty="0"/>
              <a:t>of plugs.</a:t>
            </a:r>
          </a:p>
          <a:p>
            <a:pPr marL="0" indent="0">
              <a:buNone/>
            </a:pPr>
            <a:r>
              <a:rPr lang="en-US" sz="1600" dirty="0" smtClean="0"/>
              <a:t>1.10 </a:t>
            </a:r>
            <a:r>
              <a:rPr lang="en-US" sz="1600" dirty="0"/>
              <a:t>Never put </a:t>
            </a:r>
            <a:r>
              <a:rPr lang="en-US" sz="1600" u="sng" dirty="0" smtClean="0"/>
              <a:t>_________</a:t>
            </a:r>
            <a:r>
              <a:rPr lang="en-US" sz="1600" dirty="0" smtClean="0"/>
              <a:t>wires </a:t>
            </a:r>
            <a:r>
              <a:rPr lang="en-US" sz="1600" dirty="0"/>
              <a:t>into sockets.</a:t>
            </a:r>
          </a:p>
          <a:p>
            <a:pPr marL="0" indent="0">
              <a:buNone/>
            </a:pPr>
            <a:r>
              <a:rPr lang="en-US" dirty="0" smtClean="0"/>
              <a:t>(distribution box: bare; overloading; SABS; sockets; repair; plugs; damaged; off; hands)</a:t>
            </a:r>
          </a:p>
        </p:txBody>
      </p:sp>
    </p:spTree>
    <p:extLst>
      <p:ext uri="{BB962C8B-B14F-4D97-AF65-F5344CB8AC3E}">
        <p14:creationId xmlns:p14="http://schemas.microsoft.com/office/powerpoint/2010/main" val="8215829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578</TotalTime>
  <Words>252</Words>
  <Application>Microsoft Office PowerPoint</Application>
  <PresentationFormat>Widescreen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Basic safety rules in Electricity.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114</cp:revision>
  <cp:lastPrinted>2022-08-31T08:15:20Z</cp:lastPrinted>
  <dcterms:created xsi:type="dcterms:W3CDTF">2022-08-25T11:18:17Z</dcterms:created>
  <dcterms:modified xsi:type="dcterms:W3CDTF">2024-01-16T17:30:54Z</dcterms:modified>
</cp:coreProperties>
</file>