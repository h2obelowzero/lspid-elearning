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1" r:id="rId8"/>
    <p:sldId id="262" r:id="rId9"/>
    <p:sldId id="266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92765"/>
            <a:ext cx="9048715" cy="887896"/>
          </a:xfrm>
        </p:spPr>
        <p:txBody>
          <a:bodyPr/>
          <a:lstStyle/>
          <a:p>
            <a:r>
              <a:rPr lang="en-US" u="sng" dirty="0" smtClean="0"/>
              <a:t>Ordinary hand tools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96348"/>
            <a:ext cx="8596668" cy="5214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Wire stripper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stripping and cutting of wires.</a:t>
            </a:r>
          </a:p>
          <a:p>
            <a:pPr marL="0" indent="0">
              <a:buNone/>
            </a:pPr>
            <a:r>
              <a:rPr lang="en-US" dirty="0" smtClean="0"/>
              <a:t>2.</a:t>
            </a:r>
            <a:r>
              <a:rPr lang="en-US" u="sng" dirty="0" smtClean="0"/>
              <a:t>Side cutter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and stripping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601" y="971240"/>
            <a:ext cx="2253092" cy="159010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710" y="3631842"/>
            <a:ext cx="2021983" cy="156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8486435" cy="52148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Screwdrivers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loosening and tightening of screws.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u="sng" dirty="0" smtClean="0"/>
              <a:t>Pliers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cutting of wires.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24" y="682063"/>
            <a:ext cx="2009103" cy="10120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181" y="3280624"/>
            <a:ext cx="1629446" cy="124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44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58111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u="sng" dirty="0" smtClean="0"/>
              <a:t>Nut drivers</a:t>
            </a:r>
            <a:r>
              <a:rPr lang="en-US" dirty="0" smtClean="0"/>
              <a:t>.</a:t>
            </a:r>
            <a:endParaRPr lang="en-US" u="sng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- It is used for </a:t>
            </a:r>
            <a:r>
              <a:rPr lang="en-US" u="sng" dirty="0" smtClean="0"/>
              <a:t>loosening</a:t>
            </a:r>
            <a:r>
              <a:rPr lang="en-US" dirty="0" smtClean="0"/>
              <a:t> and </a:t>
            </a:r>
            <a:r>
              <a:rPr lang="en-US" u="sng" dirty="0" smtClean="0"/>
              <a:t>tightening</a:t>
            </a:r>
            <a:r>
              <a:rPr lang="en-US" dirty="0" smtClean="0"/>
              <a:t> of nuts.</a:t>
            </a:r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u="sng" dirty="0" smtClean="0"/>
              <a:t>Hacksaw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</a:t>
            </a:r>
            <a:r>
              <a:rPr lang="en-US" u="sng" dirty="0" smtClean="0"/>
              <a:t>cutting</a:t>
            </a:r>
            <a:r>
              <a:rPr lang="en-US" dirty="0" smtClean="0"/>
              <a:t> of pvc pipes and cables.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21" y="530616"/>
            <a:ext cx="1797534" cy="13315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821" y="3760632"/>
            <a:ext cx="2851652" cy="79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28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116375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7</a:t>
            </a:r>
            <a:r>
              <a:rPr lang="en-US" dirty="0" smtClean="0"/>
              <a:t>. </a:t>
            </a:r>
            <a:r>
              <a:rPr lang="en-US" u="sng" dirty="0" smtClean="0"/>
              <a:t>Fishing tool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building walls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sz="3900" u="sng" dirty="0" smtClean="0"/>
          </a:p>
          <a:p>
            <a:pPr marL="0" indent="0">
              <a:buNone/>
            </a:pPr>
            <a:r>
              <a:rPr lang="en-US" sz="3900" u="sng" dirty="0" smtClean="0"/>
              <a:t>Power tools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Meter tester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checking the flow of current on the wires.</a:t>
            </a: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Soldering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joining of wires.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65" y="5284675"/>
            <a:ext cx="1882523" cy="1053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555" y="3004631"/>
            <a:ext cx="1862304" cy="9611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707" y="151020"/>
            <a:ext cx="1882523" cy="100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1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en-US" u="sng" dirty="0" smtClean="0"/>
              <a:t>Cordless hand drill</a:t>
            </a:r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loosening and tightening of screws and nuts.</a:t>
            </a:r>
            <a:endParaRPr lang="en-US" sz="3900" u="sng" dirty="0" smtClean="0"/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en-US" u="sng" dirty="0" smtClean="0"/>
              <a:t>Power hand drill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</a:t>
            </a:r>
            <a:r>
              <a:rPr lang="en-US" dirty="0"/>
              <a:t>It is used for </a:t>
            </a:r>
            <a:r>
              <a:rPr lang="en-US" dirty="0" smtClean="0"/>
              <a:t>loosening and tightening of screws and nuts.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u="sng" dirty="0" smtClean="0"/>
              <a:t>Angle grinder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grinding walls.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29" y="5106022"/>
            <a:ext cx="2019599" cy="12741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029" y="3002513"/>
            <a:ext cx="1934551" cy="13681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465" y="510507"/>
            <a:ext cx="1747638" cy="13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9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Colour coding of a 3 – core cord</a:t>
            </a:r>
          </a:p>
          <a:p>
            <a:pPr>
              <a:buAutoNum type="arabicPeriod"/>
            </a:pPr>
            <a:endParaRPr lang="en-US" u="sng" dirty="0"/>
          </a:p>
          <a:p>
            <a:pPr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r>
              <a:rPr lang="en-US" u="sng" dirty="0" smtClean="0"/>
              <a:t>Coding</a:t>
            </a:r>
            <a:endParaRPr lang="en-US" u="sng" dirty="0"/>
          </a:p>
          <a:p>
            <a:pPr marL="0" indent="0">
              <a:buNone/>
            </a:pPr>
            <a:r>
              <a:rPr lang="en-US" dirty="0" smtClean="0"/>
              <a:t>1. Live – Red or brown colour</a:t>
            </a:r>
          </a:p>
          <a:p>
            <a:pPr marL="0" indent="0">
              <a:buNone/>
            </a:pPr>
            <a:r>
              <a:rPr lang="en-US" dirty="0" smtClean="0"/>
              <a:t>2. Neutral – Black or blue colour</a:t>
            </a:r>
          </a:p>
          <a:p>
            <a:pPr marL="0" indent="0">
              <a:buNone/>
            </a:pPr>
            <a:r>
              <a:rPr lang="en-US" dirty="0" smtClean="0"/>
              <a:t>3. Earth – Yellow &amp; green colour or copper wire</a:t>
            </a:r>
            <a:endParaRPr lang="en-US" dirty="0"/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 smtClean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>
                <a:solidFill>
                  <a:schemeClr val="tx1"/>
                </a:solidFill>
              </a:rPr>
              <a:t>https://youtu.be/OIO3hKyN7ko?si=88_WhHgYBoI-SOXm </a:t>
            </a:r>
            <a:endParaRPr lang="en-US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71" y="991278"/>
            <a:ext cx="3900068" cy="288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75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Kwa Thema Skills School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Subject	: </a:t>
            </a:r>
            <a:r>
              <a:rPr lang="en-US" sz="2400" dirty="0">
                <a:solidFill>
                  <a:schemeClr val="accent1"/>
                </a:solidFill>
              </a:rPr>
              <a:t>Maintenance						</a:t>
            </a:r>
            <a:r>
              <a:rPr lang="en-US" sz="2400" dirty="0" smtClean="0">
                <a:solidFill>
                  <a:schemeClr val="accent1"/>
                </a:solidFill>
              </a:rPr>
              <a:t>	       Marks: 10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Grade		: </a:t>
            </a:r>
            <a:r>
              <a:rPr lang="en-US" sz="2400" dirty="0">
                <a:solidFill>
                  <a:schemeClr val="accent1"/>
                </a:solidFill>
              </a:rPr>
              <a:t>Year </a:t>
            </a:r>
            <a:r>
              <a:rPr lang="en-US" sz="2400" dirty="0" smtClean="0">
                <a:solidFill>
                  <a:schemeClr val="accent1"/>
                </a:solidFill>
              </a:rPr>
              <a:t>1 </a:t>
            </a:r>
            <a:r>
              <a:rPr lang="en-US" sz="2400" dirty="0">
                <a:solidFill>
                  <a:schemeClr val="accent1"/>
                </a:solidFill>
              </a:rPr>
              <a:t>							   </a:t>
            </a:r>
            <a:r>
              <a:rPr lang="en-US" sz="2400" dirty="0" smtClean="0">
                <a:solidFill>
                  <a:schemeClr val="accent1"/>
                </a:solidFill>
              </a:rPr>
              <a:t>		       Time : 30mins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 smtClean="0">
                <a:solidFill>
                  <a:schemeClr val="accent1"/>
                </a:solidFill>
              </a:rPr>
              <a:t>Date	</a:t>
            </a:r>
            <a:r>
              <a:rPr lang="en-US" sz="2400" smtClean="0">
                <a:solidFill>
                  <a:schemeClr val="accent1"/>
                </a:solidFill>
              </a:rPr>
              <a:t>	</a:t>
            </a:r>
            <a:r>
              <a:rPr lang="en-US" sz="2400" smtClean="0">
                <a:solidFill>
                  <a:schemeClr val="accent1"/>
                </a:solidFill>
              </a:rPr>
              <a:t>:   /  / 2024</a:t>
            </a:r>
            <a:endParaRPr lang="en-US" sz="24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Question : 1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1.Identify the following </a:t>
            </a:r>
            <a:r>
              <a:rPr lang="en-US" dirty="0" smtClean="0"/>
              <a:t>hand </a:t>
            </a:r>
            <a:r>
              <a:rPr lang="en-US" dirty="0"/>
              <a:t>and </a:t>
            </a:r>
            <a:r>
              <a:rPr lang="en-US" dirty="0" smtClean="0"/>
              <a:t>power tools.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	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</a:t>
            </a:r>
            <a:r>
              <a:rPr lang="en-US" dirty="0"/>
              <a:t>.____________________	                          </a:t>
            </a:r>
            <a:r>
              <a:rPr lang="en-US" dirty="0" smtClean="0"/>
              <a:t>     </a:t>
            </a:r>
            <a:r>
              <a:rPr lang="en-US" dirty="0"/>
              <a:t>2</a:t>
            </a:r>
            <a:r>
              <a:rPr lang="en-US" dirty="0" smtClean="0"/>
              <a:t>.______________________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.____________________	                                4.______________________</a:t>
            </a:r>
          </a:p>
          <a:p>
            <a:pPr marL="0" indent="0">
              <a:buNone/>
            </a:pPr>
            <a:r>
              <a:rPr lang="en-US" dirty="0" smtClean="0"/>
              <a:t>																	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805" y="2604194"/>
            <a:ext cx="1883827" cy="12383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14" y="2579808"/>
            <a:ext cx="1883827" cy="12871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06" y="4825965"/>
            <a:ext cx="1694835" cy="10729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0167" y="4935860"/>
            <a:ext cx="2243522" cy="6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5.___________________  </a:t>
            </a:r>
            <a:r>
              <a:rPr lang="en-US" dirty="0"/>
              <a:t>				 </a:t>
            </a:r>
            <a:r>
              <a:rPr lang="en-US" dirty="0" smtClean="0"/>
              <a:t>     6.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r>
              <a:rPr lang="en-US" dirty="0" smtClean="0"/>
              <a:t>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7. ___________________                                 8. </a:t>
            </a:r>
            <a:r>
              <a:rPr lang="en-US" dirty="0"/>
              <a:t>______________________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9. </a:t>
            </a:r>
            <a:r>
              <a:rPr lang="en-US" dirty="0"/>
              <a:t>______________________                       </a:t>
            </a:r>
            <a:r>
              <a:rPr lang="en-US" dirty="0" smtClean="0"/>
              <a:t>     10. </a:t>
            </a:r>
            <a:r>
              <a:rPr lang="en-US" dirty="0"/>
              <a:t>______________________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														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598" y="4683421"/>
            <a:ext cx="1512080" cy="11704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96" y="442388"/>
            <a:ext cx="1852518" cy="11330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784" y="2509085"/>
            <a:ext cx="1859441" cy="1253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063" y="563388"/>
            <a:ext cx="2290884" cy="10120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1784" y="4607796"/>
            <a:ext cx="2139364" cy="12461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10" y="2509085"/>
            <a:ext cx="1770668" cy="135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Feedback</a:t>
            </a:r>
            <a:r>
              <a:rPr lang="en-US" sz="3600" dirty="0" smtClean="0">
                <a:solidFill>
                  <a:schemeClr val="accent1"/>
                </a:solidFill>
              </a:rPr>
              <a:t> </a:t>
            </a:r>
            <a:r>
              <a:rPr lang="en-US" sz="3600" dirty="0">
                <a:solidFill>
                  <a:schemeClr val="accent1"/>
                </a:solidFill>
              </a:rPr>
              <a:t>:</a:t>
            </a:r>
            <a:r>
              <a:rPr lang="en-US" sz="3600" dirty="0" smtClean="0">
                <a:solidFill>
                  <a:schemeClr val="accent1"/>
                </a:solidFill>
              </a:rPr>
              <a:t> Activity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       </a:t>
            </a:r>
            <a:r>
              <a:rPr lang="en-US" sz="3600" u="sng" dirty="0" smtClean="0">
                <a:solidFill>
                  <a:schemeClr val="accent1"/>
                </a:solidFill>
              </a:rPr>
              <a:t>Connect a Florescent Light</a:t>
            </a:r>
            <a:endParaRPr lang="en-US" sz="3600" u="sng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87" y="2109424"/>
            <a:ext cx="5519449" cy="405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232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604</TotalTime>
  <Words>246</Words>
  <Application>Microsoft Office PowerPoint</Application>
  <PresentationFormat>Widescreen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Ordinary hand 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114</cp:revision>
  <cp:lastPrinted>2022-08-31T07:50:14Z</cp:lastPrinted>
  <dcterms:created xsi:type="dcterms:W3CDTF">2022-08-25T11:18:17Z</dcterms:created>
  <dcterms:modified xsi:type="dcterms:W3CDTF">2024-01-16T17:15:58Z</dcterms:modified>
</cp:coreProperties>
</file>