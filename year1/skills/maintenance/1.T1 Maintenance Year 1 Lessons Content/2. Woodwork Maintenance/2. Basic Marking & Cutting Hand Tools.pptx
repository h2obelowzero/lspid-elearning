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2" r:id="rId3"/>
    <p:sldId id="261" r:id="rId4"/>
    <p:sldId id="260" r:id="rId5"/>
    <p:sldId id="264" r:id="rId6"/>
    <p:sldId id="266" r:id="rId7"/>
    <p:sldId id="271" r:id="rId8"/>
    <p:sldId id="269" r:id="rId9"/>
    <p:sldId id="270" r:id="rId1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8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015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219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66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50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74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66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807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280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25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9599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414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632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45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6CB59-8B0F-4B6D-9D62-930C7BAC7892}" type="datetimeFigureOut">
              <a:rPr lang="en-US" smtClean="0"/>
              <a:t>3/14/2024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525CBFB-9302-439C-B85F-FCC4E2FFAC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2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s-media-cache-ak0.pinimg.com/736x/9a/8e/09/9a8e09481d8d76645577827b285b22e7.jp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ffx.co.uk/tools/pencil_cr_3.jpg" TargetMode="Externa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hyperlink" Target="https://s-media-cache-ak0.pinimg.com/736x/9a/8e/09/9a8e09481d8d76645577827b285b22e7.jp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jpe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14184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1. </a:t>
            </a:r>
            <a:r>
              <a:rPr lang="en-US" u="sng" dirty="0" smtClean="0"/>
              <a:t>Ruler</a:t>
            </a:r>
          </a:p>
          <a:p>
            <a:pPr marL="514350" indent="-514350">
              <a:buAutoNum type="arabicPeriod"/>
            </a:pPr>
            <a:endParaRPr lang="en-US" u="sng" dirty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</a:t>
            </a:r>
            <a:r>
              <a:rPr lang="en-US" dirty="0" smtClean="0"/>
              <a:t> distances.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2. </a:t>
            </a:r>
            <a:r>
              <a:rPr lang="en-US" u="sng" dirty="0" smtClean="0"/>
              <a:t>Measuring Tape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to measure </a:t>
            </a:r>
            <a:r>
              <a:rPr lang="en-US" u="sng" dirty="0" smtClean="0"/>
              <a:t>shorter</a:t>
            </a:r>
            <a:r>
              <a:rPr lang="en-US" dirty="0" smtClean="0"/>
              <a:t> or </a:t>
            </a:r>
            <a:r>
              <a:rPr lang="en-US" u="sng" dirty="0" smtClean="0"/>
              <a:t>longer</a:t>
            </a:r>
            <a:r>
              <a:rPr lang="en-US" dirty="0" smtClean="0"/>
              <a:t>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Image result for ruler for woodworkin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93949" y="1978864"/>
            <a:ext cx="2446986" cy="82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Image result for measuring tape for woodworkin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52371" y="4035939"/>
            <a:ext cx="1971900" cy="133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7304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marking cutting and hand tools.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75644"/>
            <a:ext cx="11353799" cy="558235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3. </a:t>
            </a:r>
            <a:r>
              <a:rPr lang="en-US" u="sng" dirty="0" smtClean="0"/>
              <a:t>Try Square</a:t>
            </a:r>
          </a:p>
          <a:p>
            <a:pPr>
              <a:buFontTx/>
              <a:buChar char="-"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                         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checking </a:t>
            </a:r>
            <a:r>
              <a:rPr lang="en-US" u="sng" dirty="0" smtClean="0"/>
              <a:t>square</a:t>
            </a:r>
            <a:r>
              <a:rPr lang="en-US" dirty="0" smtClean="0"/>
              <a:t>. (internal &amp; external right angles)</a:t>
            </a:r>
          </a:p>
          <a:p>
            <a:pPr marL="0" indent="0">
              <a:buNone/>
            </a:pPr>
            <a:r>
              <a:rPr lang="en-US" dirty="0" smtClean="0"/>
              <a:t>4.</a:t>
            </a:r>
            <a:r>
              <a:rPr lang="en-US" u="sng" dirty="0"/>
              <a:t> </a:t>
            </a:r>
            <a:r>
              <a:rPr lang="en-US" u="sng" dirty="0" smtClean="0"/>
              <a:t>Bevel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r>
              <a:rPr lang="en-US" u="sng" dirty="0" smtClean="0"/>
              <a:t>          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- It is used for making </a:t>
            </a:r>
            <a:r>
              <a:rPr lang="en-US" u="sng" dirty="0" smtClean="0"/>
              <a:t>pop marks</a:t>
            </a:r>
            <a:r>
              <a:rPr lang="en-US" dirty="0" smtClean="0"/>
              <a:t>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User1\Pictures\2014-08-10 Whats up import\Square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0800000">
            <a:off x="2047480" y="1949705"/>
            <a:ext cx="1307466" cy="727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480" y="4066266"/>
            <a:ext cx="1209676" cy="117177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76768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974" y="236336"/>
            <a:ext cx="11669377" cy="1325563"/>
          </a:xfrm>
        </p:spPr>
        <p:txBody>
          <a:bodyPr/>
          <a:lstStyle/>
          <a:p>
            <a:r>
              <a:rPr lang="en-US" b="1" u="sng" dirty="0" smtClean="0"/>
              <a:t>Basic marking cutting hand tools.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1418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5. </a:t>
            </a:r>
            <a:r>
              <a:rPr lang="en-US" sz="2000" u="sng" dirty="0" smtClean="0"/>
              <a:t>Marking Gauge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r>
              <a:rPr lang="en-US" sz="2000" u="sng" dirty="0" smtClean="0"/>
              <a:t>                         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for drawing </a:t>
            </a:r>
            <a:r>
              <a:rPr lang="en-US" sz="2000" u="sng" dirty="0" smtClean="0"/>
              <a:t>lines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6. </a:t>
            </a:r>
            <a:r>
              <a:rPr lang="en-US" sz="2000" u="sng" dirty="0" smtClean="0"/>
              <a:t>Tenon Saw</a:t>
            </a:r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endParaRPr lang="en-US" sz="2000" u="sng" dirty="0"/>
          </a:p>
          <a:p>
            <a:pPr marL="0" indent="0">
              <a:buNone/>
            </a:pPr>
            <a:endParaRPr lang="en-US" sz="2000" u="sng" dirty="0" smtClean="0"/>
          </a:p>
          <a:p>
            <a:pPr marL="0" indent="0">
              <a:buNone/>
            </a:pPr>
            <a:r>
              <a:rPr lang="en-US" sz="2000" dirty="0" smtClean="0"/>
              <a:t>- It is used for cutting </a:t>
            </a:r>
            <a:r>
              <a:rPr lang="en-US" sz="2000" u="sng" dirty="0" smtClean="0"/>
              <a:t>wood</a:t>
            </a:r>
            <a:r>
              <a:rPr lang="en-US" sz="2000" dirty="0" smtClean="0"/>
              <a:t>.</a:t>
            </a:r>
          </a:p>
          <a:p>
            <a:pPr>
              <a:buFontTx/>
              <a:buChar char="-"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 ">
            <a:hlinkClick r:id="rId2" tgtFrame="&quot;_blank&quot;"/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7208" y="1944710"/>
            <a:ext cx="2404938" cy="1184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Related image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06453" y="4603815"/>
            <a:ext cx="1915541" cy="1465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1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443" y="93361"/>
            <a:ext cx="11709579" cy="1032687"/>
          </a:xfrm>
        </p:spPr>
        <p:txBody>
          <a:bodyPr/>
          <a:lstStyle/>
          <a:p>
            <a:r>
              <a:rPr lang="en-US" b="1" u="sng" dirty="0" smtClean="0"/>
              <a:t>Basic marking cutting hand tools.</a:t>
            </a:r>
            <a:r>
              <a:rPr lang="en-US" dirty="0"/>
              <a:t> </a:t>
            </a:r>
            <a:r>
              <a:rPr lang="en-US" b="1" u="sng" dirty="0" smtClean="0"/>
              <a:t>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36978"/>
            <a:ext cx="11353799" cy="5921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7. </a:t>
            </a:r>
            <a:r>
              <a:rPr lang="en-US" sz="2000" u="sng" dirty="0" smtClean="0"/>
              <a:t>Divider</a:t>
            </a:r>
          </a:p>
          <a:p>
            <a:pPr marL="0" indent="0">
              <a:buNone/>
            </a:pPr>
            <a:r>
              <a:rPr lang="en-US" sz="2000" dirty="0" smtClean="0"/>
              <a:t>                          </a:t>
            </a:r>
          </a:p>
          <a:p>
            <a:pPr marL="0" indent="0">
              <a:buNone/>
            </a:pPr>
            <a:r>
              <a:rPr lang="en-US" sz="2000" dirty="0" smtClean="0"/>
              <a:t>                     </a:t>
            </a: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</a:t>
            </a:r>
            <a:r>
              <a:rPr lang="en-US" sz="2000" dirty="0"/>
              <a:t>is used to measure </a:t>
            </a:r>
            <a:r>
              <a:rPr lang="en-US" sz="2000" u="sng" dirty="0"/>
              <a:t>short</a:t>
            </a:r>
            <a:r>
              <a:rPr lang="en-US" sz="2000" dirty="0"/>
              <a:t> distances</a:t>
            </a:r>
            <a:r>
              <a:rPr lang="en-US" sz="2000" dirty="0" smtClean="0"/>
              <a:t>.</a:t>
            </a:r>
          </a:p>
          <a:p>
            <a:pPr marL="0" indent="0">
              <a:buNone/>
            </a:pPr>
            <a:r>
              <a:rPr lang="en-US" sz="2000" dirty="0" smtClean="0"/>
              <a:t>8. </a:t>
            </a:r>
            <a:r>
              <a:rPr lang="en-US" sz="2000" u="sng" dirty="0" smtClean="0"/>
              <a:t>File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endParaRPr lang="en-US" sz="2000" dirty="0"/>
          </a:p>
          <a:p>
            <a:pPr>
              <a:buFontTx/>
              <a:buChar char="-"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It is used to measure short or longer distances.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ompasso Groz 8’’ 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9634" y="1417029"/>
            <a:ext cx="1714538" cy="971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C:\Users\Dr. MP Mazibuko\Documents\2018 PRO PRACTICUM MASTER\5 Handbook\Metalwork\Y1 Metalwork\Identify tools\Files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773" y="4000684"/>
            <a:ext cx="1890399" cy="10104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40062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911348" cy="1325563"/>
          </a:xfrm>
        </p:spPr>
        <p:txBody>
          <a:bodyPr/>
          <a:lstStyle/>
          <a:p>
            <a:r>
              <a:rPr lang="en-US" b="1" u="sng" dirty="0" smtClean="0"/>
              <a:t>Basic marking cutting hand and power tools. 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638" y="1465016"/>
            <a:ext cx="10890161" cy="514184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dirty="0" smtClean="0"/>
              <a:t>9. </a:t>
            </a:r>
            <a:r>
              <a:rPr lang="en-US" sz="2900" u="sng" dirty="0" smtClean="0"/>
              <a:t>Coping Saw</a:t>
            </a:r>
          </a:p>
          <a:p>
            <a:pPr>
              <a:buFontTx/>
              <a:buChar char="-"/>
            </a:pPr>
            <a:endParaRPr lang="en-US" sz="2900" dirty="0" smtClean="0"/>
          </a:p>
          <a:p>
            <a:pPr>
              <a:buFontTx/>
              <a:buChar char="-"/>
            </a:pPr>
            <a:endParaRPr lang="en-US" sz="2900" dirty="0"/>
          </a:p>
          <a:p>
            <a:pPr>
              <a:buFontTx/>
              <a:buChar char="-"/>
            </a:pPr>
            <a:endParaRPr lang="en-US" sz="2900" dirty="0" smtClean="0"/>
          </a:p>
          <a:p>
            <a:pPr marL="0" indent="0">
              <a:buNone/>
            </a:pPr>
            <a:r>
              <a:rPr lang="en-US" sz="2900" dirty="0" smtClean="0"/>
              <a:t>- It is used for cutting </a:t>
            </a:r>
            <a:r>
              <a:rPr lang="en-US" sz="2900" u="sng" dirty="0" smtClean="0"/>
              <a:t>sheet-metals</a:t>
            </a:r>
            <a:r>
              <a:rPr lang="en-US" sz="2900" dirty="0" smtClean="0"/>
              <a:t>.</a:t>
            </a:r>
          </a:p>
          <a:p>
            <a:pPr marL="0" indent="0">
              <a:buNone/>
            </a:pPr>
            <a:endParaRPr lang="en-US" sz="2900" dirty="0" smtClean="0"/>
          </a:p>
          <a:p>
            <a:pPr marL="0" indent="0">
              <a:buNone/>
            </a:pPr>
            <a:r>
              <a:rPr lang="en-US" sz="2900" dirty="0" smtClean="0"/>
              <a:t>10. </a:t>
            </a:r>
            <a:r>
              <a:rPr lang="en-US" sz="2900" u="sng" dirty="0" smtClean="0"/>
              <a:t>Chisel  </a:t>
            </a:r>
          </a:p>
          <a:p>
            <a:pPr marL="0" indent="0">
              <a:buNone/>
            </a:pPr>
            <a:endParaRPr lang="en-US" sz="3200" u="sng" dirty="0"/>
          </a:p>
          <a:p>
            <a:pPr marL="0" indent="0">
              <a:buNone/>
            </a:pPr>
            <a:endParaRPr lang="en-US" sz="2900" u="sng" dirty="0" smtClean="0"/>
          </a:p>
          <a:p>
            <a:pPr marL="0" indent="0">
              <a:buNone/>
            </a:pPr>
            <a:endParaRPr lang="en-US" sz="2900" u="sng" dirty="0"/>
          </a:p>
          <a:p>
            <a:pPr marL="0" indent="0">
              <a:buNone/>
            </a:pPr>
            <a:endParaRPr lang="en-US" sz="2900" u="sng" dirty="0" smtClean="0"/>
          </a:p>
          <a:p>
            <a:pPr marL="0" indent="0">
              <a:buNone/>
            </a:pPr>
            <a:endParaRPr lang="en-US" sz="2900" u="sng" dirty="0" smtClean="0"/>
          </a:p>
          <a:p>
            <a:pPr marL="0" indent="0">
              <a:buNone/>
            </a:pPr>
            <a:r>
              <a:rPr lang="en-US" sz="2900" dirty="0" smtClean="0"/>
              <a:t>- It is used as a cutting </a:t>
            </a:r>
            <a:r>
              <a:rPr lang="en-US" sz="2900" u="sng" dirty="0" smtClean="0"/>
              <a:t>tool</a:t>
            </a:r>
            <a:r>
              <a:rPr lang="en-US" sz="2900" dirty="0" smtClean="0"/>
              <a:t>.</a:t>
            </a:r>
          </a:p>
          <a:p>
            <a:pPr>
              <a:buFontTx/>
              <a:buChar char="-"/>
            </a:pPr>
            <a:endParaRPr lang="en-US" sz="2900" dirty="0"/>
          </a:p>
          <a:p>
            <a:pPr marL="0" indent="0">
              <a:buNone/>
            </a:pPr>
            <a:r>
              <a:rPr lang="en-US" dirty="0" smtClean="0"/>
              <a:t>                  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1435174">
            <a:off x="2440923" y="3932336"/>
            <a:ext cx="1451507" cy="1160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Image result for COPING SAWs  for woodworki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46269" y="1827831"/>
            <a:ext cx="1367790" cy="756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28208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6"/>
            <a:ext cx="11256134" cy="1325563"/>
          </a:xfrm>
        </p:spPr>
        <p:txBody>
          <a:bodyPr/>
          <a:lstStyle/>
          <a:p>
            <a:r>
              <a:rPr lang="en-US" b="1" u="sng" dirty="0" smtClean="0"/>
              <a:t>Basic marking cutting and hand tools</a:t>
            </a:r>
            <a:r>
              <a:rPr lang="en-US" b="1" dirty="0" smtClean="0"/>
              <a:t>. </a:t>
            </a:r>
            <a:r>
              <a:rPr lang="en-US" dirty="0" smtClean="0"/>
              <a:t>(continues)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167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11. </a:t>
            </a:r>
            <a:r>
              <a:rPr lang="en-US" u="sng" dirty="0" smtClean="0"/>
              <a:t>Hammer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general </a:t>
            </a:r>
            <a:r>
              <a:rPr lang="en-US" u="sng" dirty="0" smtClean="0"/>
              <a:t>hammering</a:t>
            </a:r>
            <a:r>
              <a:rPr lang="en-US" dirty="0" smtClean="0"/>
              <a:t> in the workshop.</a:t>
            </a:r>
          </a:p>
          <a:p>
            <a:pPr marL="0" indent="0">
              <a:buNone/>
            </a:pPr>
            <a:r>
              <a:rPr lang="en-US" u="sng" dirty="0" smtClean="0"/>
              <a:t>12. Marking Pencil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drawing</a:t>
            </a:r>
            <a:r>
              <a:rPr lang="en-US" dirty="0" smtClean="0"/>
              <a:t> Lines.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C:\Users\Dr. MP Mazibuko\Documents\2018 PRO PRACTICUM MASTER\5 Handbook\Metalwork\Y3 T3 Metalwork\Tools\Hammers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023" y="1940790"/>
            <a:ext cx="1854105" cy="154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 ">
            <a:hlinkClick r:id="rId3" tgtFrame="&quot;_blank&quot;"/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022" y="4644271"/>
            <a:ext cx="1854105" cy="10566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05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652" y="236337"/>
            <a:ext cx="11256134" cy="876368"/>
          </a:xfrm>
        </p:spPr>
        <p:txBody>
          <a:bodyPr/>
          <a:lstStyle/>
          <a:p>
            <a:r>
              <a:rPr lang="en-US" b="1" u="sng" dirty="0" smtClean="0"/>
              <a:t>Basic marking cutting and hand tools</a:t>
            </a:r>
            <a:r>
              <a:rPr lang="en-US" b="1" dirty="0" smtClean="0"/>
              <a:t>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65016"/>
            <a:ext cx="11353799" cy="51418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13. </a:t>
            </a:r>
            <a:r>
              <a:rPr lang="en-US" u="sng" dirty="0" smtClean="0"/>
              <a:t>Marking Knife</a:t>
            </a:r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u="sng" dirty="0" smtClean="0"/>
          </a:p>
          <a:p>
            <a:pPr marL="0" indent="0">
              <a:buNone/>
            </a:pPr>
            <a:endParaRPr lang="en-US" u="sng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- It is used for </a:t>
            </a:r>
            <a:r>
              <a:rPr lang="en-US" u="sng" dirty="0" smtClean="0"/>
              <a:t>drawing</a:t>
            </a:r>
            <a:r>
              <a:rPr lang="en-US" dirty="0" smtClean="0"/>
              <a:t> lines and </a:t>
            </a:r>
            <a:r>
              <a:rPr lang="en-US" u="sng" dirty="0" smtClean="0"/>
              <a:t>cutting</a:t>
            </a:r>
            <a:r>
              <a:rPr lang="en-US" dirty="0" smtClean="0"/>
              <a:t> in the workshop.                          </a:t>
            </a:r>
            <a:endParaRPr lang="en-US" dirty="0"/>
          </a:p>
          <a:p>
            <a:pPr marL="0" indent="0">
              <a:buNone/>
            </a:pPr>
            <a:r>
              <a:rPr lang="en-US" u="sng" dirty="0" smtClean="0">
                <a:solidFill>
                  <a:schemeClr val="accent1"/>
                </a:solidFill>
              </a:rPr>
              <a:t>Video:</a:t>
            </a:r>
          </a:p>
          <a:p>
            <a:pPr marL="0" indent="0">
              <a:buNone/>
            </a:pPr>
            <a:r>
              <a:rPr lang="en-US" dirty="0" smtClean="0"/>
              <a:t>https</a:t>
            </a:r>
            <a:r>
              <a:rPr lang="en-US" dirty="0"/>
              <a:t>://youtube.com/shorts/1_ngAfXi0Wk?si=1juKu0QhlpuinxaK</a:t>
            </a:r>
          </a:p>
          <a:p>
            <a:pPr marL="0" indent="0">
              <a:buNone/>
            </a:pPr>
            <a:r>
              <a:rPr lang="en-US" sz="2000" u="sng" dirty="0" smtClean="0"/>
              <a:t>Feedback</a:t>
            </a:r>
            <a:r>
              <a:rPr lang="en-US" sz="2000" dirty="0" smtClean="0"/>
              <a:t>: Activity                       </a:t>
            </a:r>
          </a:p>
        </p:txBody>
      </p:sp>
      <p:sp>
        <p:nvSpPr>
          <p:cNvPr id="4" name="AutoShape 2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to Read a Tape Measure | Reading Measuring Tape With Pictures |  Construction Measuring Tools | Using Tape Measures | Johnson Level &amp; Tool  Mfg Company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 descr="http://static.axminster.co.uk/media/catalog/product/cache/1/image/9df78eab33525d08d6e5fb8d27136e95/4/0/400407_x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2535" y="1927952"/>
            <a:ext cx="2115238" cy="1894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294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5125"/>
            <a:ext cx="11353800" cy="1579585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Kwa Thema Skills School</a:t>
            </a:r>
            <a:br>
              <a:rPr lang="en-US" sz="3200" dirty="0" smtClean="0"/>
            </a:br>
            <a:r>
              <a:rPr lang="en-US" sz="2700" dirty="0" smtClean="0"/>
              <a:t>Subject   : Maintenance						</a:t>
            </a:r>
            <a:r>
              <a:rPr lang="en-US" sz="2700" smtClean="0"/>
              <a:t>        Marks : </a:t>
            </a:r>
            <a:r>
              <a:rPr lang="en-US" sz="2700" dirty="0" smtClean="0"/>
              <a:t>10</a:t>
            </a:r>
            <a:br>
              <a:rPr lang="en-US" sz="2700" dirty="0" smtClean="0"/>
            </a:br>
            <a:r>
              <a:rPr lang="en-US" sz="2700" dirty="0" smtClean="0"/>
              <a:t>Grade	    : Year 1 						</a:t>
            </a:r>
            <a:r>
              <a:rPr lang="en-US" sz="2700" smtClean="0"/>
              <a:t>                  Time  :  30 mins</a:t>
            </a:r>
            <a:r>
              <a:rPr lang="en-US" sz="2700" dirty="0" smtClean="0"/>
              <a:t/>
            </a:r>
            <a:br>
              <a:rPr lang="en-US" sz="2700" dirty="0" smtClean="0"/>
            </a:br>
            <a:r>
              <a:rPr lang="en-US" sz="2700" smtClean="0"/>
              <a:t>Date       :   /  / 2024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u="sng" dirty="0" smtClean="0"/>
              <a:t>Question:1</a:t>
            </a:r>
          </a:p>
          <a:p>
            <a:pPr marL="514350" indent="-514350">
              <a:buAutoNum type="arabicPeriod"/>
            </a:pPr>
            <a:r>
              <a:rPr lang="en-US" sz="2400" dirty="0" smtClean="0"/>
              <a:t>Name the following marking and cutting hand tools.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1.__________________				       2.______________________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									</a:t>
            </a:r>
          </a:p>
          <a:p>
            <a:pPr marL="0" indent="0">
              <a:buNone/>
            </a:pPr>
            <a:r>
              <a:rPr lang="en-US" sz="2400" dirty="0" smtClean="0"/>
              <a:t>3.___________________  				 4. ______________________</a:t>
            </a:r>
            <a:endParaRPr lang="en-US" sz="2400" dirty="0"/>
          </a:p>
        </p:txBody>
      </p:sp>
      <p:pic>
        <p:nvPicPr>
          <p:cNvPr id="7" name="Picture 6" descr="Compasso Groz 8’’ 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91040" y="3051620"/>
            <a:ext cx="1259010" cy="98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 descr="C:\Users\Dr. MP Mazibuko\Documents\2018 PRO PRACTICUM MASTER\5 Handbook\Downloads\Year 4\Chisel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6391040" y="5024815"/>
            <a:ext cx="1522921" cy="1158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 ">
            <a:hlinkClick r:id="rId4" tgtFrame="&quot;_blank&quot;"/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77" y="2735248"/>
            <a:ext cx="2197100" cy="1614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Related image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164790" y="4949258"/>
            <a:ext cx="1353820" cy="1282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53861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3538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000" dirty="0" smtClean="0"/>
              <a:t>5. _________________  				              6. ____________________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</a:t>
            </a:r>
          </a:p>
          <a:p>
            <a:pPr marL="3657600" lvl="8" indent="0">
              <a:buNone/>
            </a:pPr>
            <a:r>
              <a:rPr lang="en-US" sz="2000" dirty="0" smtClean="0"/>
              <a:t>					</a:t>
            </a:r>
          </a:p>
          <a:p>
            <a:pPr marL="0" indent="0">
              <a:buNone/>
            </a:pPr>
            <a:r>
              <a:rPr lang="en-US" sz="2000" dirty="0" smtClean="0"/>
              <a:t>7. __________________ 				          8. 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9. __________________ 				        10. ___________________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smtClean="0"/>
              <a:t>																			(10) </a:t>
            </a:r>
            <a:endParaRPr lang="en-US" sz="2000" dirty="0"/>
          </a:p>
        </p:txBody>
      </p:sp>
      <p:pic>
        <p:nvPicPr>
          <p:cNvPr id="4" name="Picture 3" descr="C:\Users\Dr. MP Mazibuko\Documents\2018 PRO PRACTICUM MASTER\5 Handbook\Metalwork\Y1 Metalwork\Identify tools\Files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0159" y="107173"/>
            <a:ext cx="1481248" cy="1056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Image result for ruler for woodworking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6836" y="223519"/>
            <a:ext cx="2446986" cy="823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 descr="Image result for measuring tape for woodworking"/>
          <p:cNvPicPr/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26992" y="1571893"/>
            <a:ext cx="1829743" cy="11713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252" y="1571893"/>
            <a:ext cx="1209675" cy="1043940"/>
          </a:xfrm>
          <a:prstGeom prst="rect">
            <a:avLst/>
          </a:prstGeom>
          <a:noFill/>
        </p:spPr>
      </p:pic>
      <p:pic>
        <p:nvPicPr>
          <p:cNvPr id="12" name="Picture 11" descr="C:\Users\User1\Pictures\2014-08-10 Whats up import\Square.jpg"/>
          <p:cNvPicPr/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10800000">
            <a:off x="6195402" y="3658125"/>
            <a:ext cx="1307465" cy="672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2" descr="Image result for COPING SAWs  for woodworking"/>
          <p:cNvPicPr/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976680" y="3574305"/>
            <a:ext cx="1367790" cy="756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9303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452</TotalTime>
  <Words>261</Words>
  <Application>Microsoft Office PowerPoint</Application>
  <PresentationFormat>Widescreen</PresentationFormat>
  <Paragraphs>124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Trebuchet MS</vt:lpstr>
      <vt:lpstr>Wingdings 3</vt:lpstr>
      <vt:lpstr>Facet</vt:lpstr>
      <vt:lpstr>Basic marking cutting hand tools.</vt:lpstr>
      <vt:lpstr>Basic marking cutting and hand tools. </vt:lpstr>
      <vt:lpstr>Basic marking cutting hand tools. </vt:lpstr>
      <vt:lpstr>Basic marking cutting hand tools.  </vt:lpstr>
      <vt:lpstr>Basic marking cutting hand and power tools. </vt:lpstr>
      <vt:lpstr>Basic marking cutting and hand tools. (continues)</vt:lpstr>
      <vt:lpstr>Basic marking cutting and hand tools.</vt:lpstr>
      <vt:lpstr>Kwa Thema Skills School Subject   : Maintenance              Marks : 10 Grade     : Year 1                         Time  :  30 mins Date       :   /  / 2024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Maintenance Year 2</dc:title>
  <dc:creator>Dr. MP Mazibuko</dc:creator>
  <cp:lastModifiedBy>Dr. MP Mazibuko</cp:lastModifiedBy>
  <cp:revision>79</cp:revision>
  <cp:lastPrinted>2022-08-31T07:07:01Z</cp:lastPrinted>
  <dcterms:created xsi:type="dcterms:W3CDTF">2022-08-25T11:18:17Z</dcterms:created>
  <dcterms:modified xsi:type="dcterms:W3CDTF">2024-03-14T08:53:34Z</dcterms:modified>
</cp:coreProperties>
</file>