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2" r:id="rId3"/>
    <p:sldId id="261" r:id="rId4"/>
    <p:sldId id="260" r:id="rId5"/>
    <p:sldId id="269" r:id="rId6"/>
    <p:sldId id="270" r:id="rId7"/>
    <p:sldId id="271" r:id="rId8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06" autoAdjust="0"/>
    <p:restoredTop sz="94660"/>
  </p:normalViewPr>
  <p:slideViewPr>
    <p:cSldViewPr snapToGrid="0">
      <p:cViewPr varScale="1">
        <p:scale>
          <a:sx n="74" d="100"/>
          <a:sy n="74" d="100"/>
        </p:scale>
        <p:origin x="58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245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750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384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761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02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383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858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993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596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81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695006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5289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748141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2401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6244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300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131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652" y="236337"/>
            <a:ext cx="11256134" cy="746002"/>
          </a:xfrm>
        </p:spPr>
        <p:txBody>
          <a:bodyPr/>
          <a:lstStyle/>
          <a:p>
            <a:r>
              <a:rPr lang="en-US" b="1" u="sng" dirty="0" smtClean="0"/>
              <a:t>Basic power tools and machines.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1134738"/>
            <a:ext cx="11198224" cy="572326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600" dirty="0" smtClean="0"/>
              <a:t>1. </a:t>
            </a:r>
            <a:r>
              <a:rPr lang="en-US" sz="2600" u="sng" dirty="0" smtClean="0"/>
              <a:t>Cordless </a:t>
            </a:r>
            <a:r>
              <a:rPr lang="en-US" sz="2600" u="sng" dirty="0"/>
              <a:t>h</a:t>
            </a:r>
            <a:r>
              <a:rPr lang="en-US" sz="2600" u="sng" dirty="0" smtClean="0"/>
              <a:t>and drill</a:t>
            </a:r>
          </a:p>
          <a:p>
            <a:pPr marL="514350" indent="-514350">
              <a:buAutoNum type="arabicPeriod"/>
            </a:pPr>
            <a:endParaRPr lang="en-US" sz="2600" u="sng" dirty="0"/>
          </a:p>
          <a:p>
            <a:pPr marL="0" indent="0">
              <a:buNone/>
            </a:pPr>
            <a:endParaRPr lang="en-US" sz="2600" u="sng" dirty="0"/>
          </a:p>
          <a:p>
            <a:pPr marL="0" indent="0">
              <a:buNone/>
            </a:pPr>
            <a:endParaRPr lang="en-US" sz="2600" u="sng" dirty="0" smtClean="0"/>
          </a:p>
          <a:p>
            <a:pPr>
              <a:buFontTx/>
              <a:buChar char="-"/>
            </a:pPr>
            <a:endParaRPr lang="en-US" sz="2600" dirty="0" smtClean="0"/>
          </a:p>
          <a:p>
            <a:pPr marL="0" indent="0">
              <a:buNone/>
            </a:pPr>
            <a:endParaRPr lang="en-US" sz="2600" dirty="0" smtClean="0"/>
          </a:p>
          <a:p>
            <a:pPr marL="0" indent="0">
              <a:buNone/>
            </a:pPr>
            <a:endParaRPr lang="en-US" sz="2600" dirty="0" smtClean="0"/>
          </a:p>
          <a:p>
            <a:pPr marL="0" indent="0">
              <a:buNone/>
            </a:pPr>
            <a:endParaRPr lang="en-US" sz="2600" dirty="0" smtClean="0"/>
          </a:p>
          <a:p>
            <a:pPr marL="0" indent="0">
              <a:buNone/>
            </a:pPr>
            <a:r>
              <a:rPr lang="en-US" sz="2600" dirty="0" smtClean="0"/>
              <a:t>- It is used for </a:t>
            </a:r>
            <a:r>
              <a:rPr lang="en-US" sz="2600" u="sng" dirty="0" smtClean="0"/>
              <a:t>loosening</a:t>
            </a:r>
            <a:r>
              <a:rPr lang="en-US" sz="2600" dirty="0" smtClean="0"/>
              <a:t> and </a:t>
            </a:r>
            <a:r>
              <a:rPr lang="en-US" sz="2600" u="sng" dirty="0" smtClean="0"/>
              <a:t>tightening</a:t>
            </a:r>
            <a:r>
              <a:rPr lang="en-US" sz="2600" dirty="0" smtClean="0"/>
              <a:t> of screws.</a:t>
            </a:r>
          </a:p>
          <a:p>
            <a:pPr marL="0" indent="0">
              <a:buNone/>
            </a:pPr>
            <a:r>
              <a:rPr lang="en-US" sz="2600" dirty="0" smtClean="0"/>
              <a:t>2. </a:t>
            </a:r>
            <a:r>
              <a:rPr lang="en-US" sz="2600" u="sng" dirty="0" smtClean="0"/>
              <a:t>Electric hand drill</a:t>
            </a:r>
          </a:p>
          <a:p>
            <a:pPr marL="0" indent="0">
              <a:buNone/>
            </a:pPr>
            <a:endParaRPr lang="en-US" sz="2600" u="sng" dirty="0"/>
          </a:p>
          <a:p>
            <a:pPr marL="0" indent="0">
              <a:buNone/>
            </a:pPr>
            <a:endParaRPr lang="en-US" sz="2600" u="sng" dirty="0" smtClean="0"/>
          </a:p>
          <a:p>
            <a:pPr marL="0" indent="0">
              <a:buNone/>
            </a:pPr>
            <a:endParaRPr lang="en-US" sz="2600" u="sng" dirty="0" smtClean="0"/>
          </a:p>
          <a:p>
            <a:pPr marL="0" indent="0">
              <a:buNone/>
            </a:pPr>
            <a:endParaRPr lang="en-US" sz="2600" dirty="0" smtClean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dirty="0" smtClean="0"/>
              <a:t>- It is used to </a:t>
            </a:r>
            <a:r>
              <a:rPr lang="en-US" sz="2600" u="sng" dirty="0" smtClean="0"/>
              <a:t>drills </a:t>
            </a:r>
            <a:r>
              <a:rPr lang="en-US" sz="2600" dirty="0" smtClean="0"/>
              <a:t>holes.</a:t>
            </a:r>
          </a:p>
          <a:p>
            <a:pPr>
              <a:buFontTx/>
              <a:buChar char="-"/>
            </a:pPr>
            <a:endParaRPr lang="en-US" sz="2600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8" name="Picture 4" descr="Cordless Drill - Driver - 18V | Fragram | LAG-MCOP163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6350" y="1500110"/>
            <a:ext cx="1732758" cy="2003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AKITA - Rotary Hammer - Rotary Drill 6.55 Geared Chuck 370W Pistol Type | DP2010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6350" y="4467409"/>
            <a:ext cx="1732758" cy="1294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304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652" y="236336"/>
            <a:ext cx="11256134" cy="1096761"/>
          </a:xfrm>
        </p:spPr>
        <p:txBody>
          <a:bodyPr/>
          <a:lstStyle/>
          <a:p>
            <a:r>
              <a:rPr lang="en-US" b="1" u="sng" dirty="0" smtClean="0"/>
              <a:t>Basic marking cutting and hand tools. </a:t>
            </a:r>
            <a:r>
              <a:rPr lang="en-US" dirty="0"/>
              <a:t>(continues)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1333097"/>
            <a:ext cx="11020424" cy="572524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/>
              <a:t>3. </a:t>
            </a:r>
            <a:r>
              <a:rPr lang="en-US" sz="2000" u="sng" dirty="0" smtClean="0"/>
              <a:t>Drill Press</a:t>
            </a:r>
          </a:p>
          <a:p>
            <a:pPr>
              <a:buFontTx/>
              <a:buChar char="-"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                                 </a:t>
            </a: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- It is used for </a:t>
            </a:r>
            <a:r>
              <a:rPr lang="en-US" sz="2000" u="sng" dirty="0" smtClean="0"/>
              <a:t>drilling</a:t>
            </a:r>
            <a:r>
              <a:rPr lang="en-US" sz="2000" dirty="0" smtClean="0"/>
              <a:t> of holes. </a:t>
            </a:r>
          </a:p>
          <a:p>
            <a:pPr marL="0" indent="0">
              <a:buNone/>
            </a:pPr>
            <a:r>
              <a:rPr lang="en-US" sz="2000" dirty="0" smtClean="0"/>
              <a:t>4.</a:t>
            </a:r>
            <a:r>
              <a:rPr lang="en-US" sz="2000" u="sng" dirty="0"/>
              <a:t> </a:t>
            </a:r>
            <a:r>
              <a:rPr lang="en-US" sz="2000" u="sng" dirty="0" smtClean="0"/>
              <a:t>Jig Saw</a:t>
            </a:r>
          </a:p>
          <a:p>
            <a:pPr marL="0" indent="0">
              <a:buNone/>
            </a:pPr>
            <a:endParaRPr lang="en-US" sz="2000" u="sng" dirty="0"/>
          </a:p>
          <a:p>
            <a:pPr marL="0" indent="0">
              <a:buNone/>
            </a:pPr>
            <a:r>
              <a:rPr lang="en-US" sz="2000" u="sng" dirty="0" smtClean="0"/>
              <a:t>                     </a:t>
            </a:r>
          </a:p>
          <a:p>
            <a:pPr marL="0" indent="0">
              <a:buNone/>
            </a:pPr>
            <a:endParaRPr lang="en-US" sz="2000" dirty="0" smtClean="0"/>
          </a:p>
          <a:p>
            <a:pPr>
              <a:buFontTx/>
              <a:buChar char="-"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- It is used for </a:t>
            </a:r>
            <a:r>
              <a:rPr lang="en-US" sz="2000" u="sng" dirty="0" smtClean="0"/>
              <a:t>cutting</a:t>
            </a:r>
            <a:r>
              <a:rPr lang="en-US" sz="2000" dirty="0" smtClean="0"/>
              <a:t> of wood.</a:t>
            </a:r>
          </a:p>
          <a:p>
            <a:pPr>
              <a:buFontTx/>
              <a:buChar char="-"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0" name="Picture 2" descr="Bench Drill Press - 350W | Fragram | LAG-MCOD4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9403" y="2173735"/>
            <a:ext cx="1429108" cy="1364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AutoShape 18" descr="Isithombe se-MAKITA MT | Jig Saw 450W Top Handle | M4301B | SHOP SOILED PACKAGI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utoShape 20" descr="Isithombe se-MAKITA MT | Jig Saw 450W Top Handle | M4301B | SHOP SOILED PACKAGI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AutoShape 22" descr="Isithombe se-MAKITA MT | Jig Saw 450W Top Handle | M4301B | SHOP SOILED PACKAGI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72" name="Picture 24" descr="MAKITA | Jig Saw 18mm Orbital Action 450W | 4329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6277" y="4373876"/>
            <a:ext cx="1458151" cy="145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6768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974" y="236336"/>
            <a:ext cx="11669377" cy="1325563"/>
          </a:xfrm>
        </p:spPr>
        <p:txBody>
          <a:bodyPr/>
          <a:lstStyle/>
          <a:p>
            <a:r>
              <a:rPr lang="en-US" b="1" u="sng" dirty="0" smtClean="0"/>
              <a:t>Basic marking cutting hand tools. </a:t>
            </a:r>
            <a:r>
              <a:rPr lang="en-US" dirty="0"/>
              <a:t>(</a:t>
            </a:r>
            <a:r>
              <a:rPr lang="en-US" dirty="0" smtClean="0"/>
              <a:t>cont..)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638" y="1465016"/>
            <a:ext cx="10890161" cy="514184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4200" dirty="0" smtClean="0"/>
              <a:t>5. </a:t>
            </a:r>
            <a:r>
              <a:rPr lang="en-US" sz="4200" u="sng" dirty="0" smtClean="0"/>
              <a:t>Circular</a:t>
            </a:r>
            <a:r>
              <a:rPr lang="en-US" u="sng" dirty="0" smtClean="0"/>
              <a:t> </a:t>
            </a:r>
            <a:r>
              <a:rPr lang="en-US" sz="4200" u="sng" dirty="0" smtClean="0"/>
              <a:t>saw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u="sng" dirty="0" smtClean="0"/>
              <a:t>                         </a:t>
            </a:r>
          </a:p>
          <a:p>
            <a:pPr>
              <a:buFontTx/>
              <a:buChar char="-"/>
            </a:pPr>
            <a:endParaRPr lang="en-US" dirty="0" smtClean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r>
              <a:rPr lang="en-US" sz="4200" dirty="0" smtClean="0"/>
              <a:t>- It is used for </a:t>
            </a:r>
            <a:r>
              <a:rPr lang="en-US" sz="4200" u="sng" dirty="0" smtClean="0"/>
              <a:t>cutting</a:t>
            </a:r>
            <a:r>
              <a:rPr lang="en-US" sz="4200" dirty="0" smtClean="0"/>
              <a:t> of wood.</a:t>
            </a:r>
          </a:p>
          <a:p>
            <a:pPr marL="0" indent="0">
              <a:buNone/>
            </a:pPr>
            <a:r>
              <a:rPr lang="en-US" dirty="0" smtClean="0"/>
              <a:t>                                               </a:t>
            </a:r>
          </a:p>
          <a:p>
            <a:pPr marL="0" indent="0">
              <a:buNone/>
            </a:pPr>
            <a:r>
              <a:rPr lang="en-US" sz="4200" dirty="0" smtClean="0"/>
              <a:t>6. </a:t>
            </a:r>
            <a:r>
              <a:rPr lang="en-US" sz="4200" u="sng" dirty="0" smtClean="0"/>
              <a:t>Bending </a:t>
            </a:r>
            <a:r>
              <a:rPr lang="en-US" sz="4200" u="sng" dirty="0"/>
              <a:t>S</a:t>
            </a:r>
            <a:r>
              <a:rPr lang="en-US" sz="4200" u="sng" dirty="0" smtClean="0"/>
              <a:t>aw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r>
              <a:rPr lang="en-US" sz="4200" dirty="0" smtClean="0"/>
              <a:t>- It is used for cutting </a:t>
            </a:r>
            <a:r>
              <a:rPr lang="en-US" sz="4200" u="sng" dirty="0" smtClean="0"/>
              <a:t>wood</a:t>
            </a:r>
            <a:r>
              <a:rPr lang="en-US" sz="4200" dirty="0" smtClean="0"/>
              <a:t>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040" y="1713106"/>
            <a:ext cx="1107583" cy="143236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8313" y="4297746"/>
            <a:ext cx="1221254" cy="1221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6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0"/>
            <a:ext cx="11198136" cy="685800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7200" dirty="0" smtClean="0"/>
              <a:t>7. </a:t>
            </a:r>
            <a:r>
              <a:rPr lang="en-US" sz="7200" u="sng" dirty="0" smtClean="0"/>
              <a:t>Sanding machine</a:t>
            </a:r>
          </a:p>
          <a:p>
            <a:pPr marL="0" indent="0">
              <a:buNone/>
            </a:pPr>
            <a:r>
              <a:rPr lang="en-US" dirty="0" smtClean="0"/>
              <a:t>                          </a:t>
            </a:r>
          </a:p>
          <a:p>
            <a:pPr marL="0" indent="0">
              <a:buNone/>
            </a:pPr>
            <a:r>
              <a:rPr lang="en-US" dirty="0" smtClean="0"/>
              <a:t>                     </a:t>
            </a:r>
            <a:endParaRPr lang="en-US" dirty="0"/>
          </a:p>
          <a:p>
            <a:pPr>
              <a:buFontTx/>
              <a:buChar char="-"/>
            </a:pPr>
            <a:endParaRPr lang="en-US" dirty="0" smtClean="0"/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endParaRPr lang="en-US" sz="6200" dirty="0" smtClean="0"/>
          </a:p>
          <a:p>
            <a:pPr marL="0" indent="0">
              <a:buNone/>
            </a:pPr>
            <a:endParaRPr lang="en-US" sz="6200" dirty="0"/>
          </a:p>
          <a:p>
            <a:pPr marL="0" indent="0">
              <a:buNone/>
            </a:pPr>
            <a:endParaRPr lang="en-US" sz="6200" dirty="0" smtClean="0"/>
          </a:p>
          <a:p>
            <a:pPr marL="0" indent="0">
              <a:buNone/>
            </a:pPr>
            <a:endParaRPr lang="en-US" sz="6200" dirty="0" smtClean="0"/>
          </a:p>
          <a:p>
            <a:pPr marL="0" indent="0">
              <a:buNone/>
            </a:pPr>
            <a:r>
              <a:rPr lang="en-US" sz="7200" dirty="0" smtClean="0"/>
              <a:t>- It </a:t>
            </a:r>
            <a:r>
              <a:rPr lang="en-US" sz="7200" dirty="0"/>
              <a:t>is used </a:t>
            </a:r>
            <a:r>
              <a:rPr lang="en-US" sz="7200" dirty="0" smtClean="0"/>
              <a:t>to </a:t>
            </a:r>
            <a:r>
              <a:rPr lang="en-US" sz="7200" u="sng" dirty="0" smtClean="0"/>
              <a:t>smooth</a:t>
            </a:r>
            <a:r>
              <a:rPr lang="en-US" sz="7200" dirty="0" smtClean="0"/>
              <a:t> surfaces.</a:t>
            </a:r>
          </a:p>
          <a:p>
            <a:pPr marL="0" indent="0">
              <a:buNone/>
            </a:pPr>
            <a:r>
              <a:rPr lang="en-US" sz="7200" dirty="0" smtClean="0"/>
              <a:t>8. </a:t>
            </a:r>
            <a:r>
              <a:rPr lang="en-US" sz="7200" u="sng" dirty="0" smtClean="0"/>
              <a:t>Router</a:t>
            </a:r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sz="6200" dirty="0" smtClean="0"/>
          </a:p>
          <a:p>
            <a:pPr marL="0" indent="0">
              <a:buNone/>
            </a:pPr>
            <a:endParaRPr lang="en-US" sz="6200" dirty="0" smtClean="0"/>
          </a:p>
          <a:p>
            <a:pPr marL="0" indent="0">
              <a:buNone/>
            </a:pPr>
            <a:endParaRPr lang="en-US" sz="7200" dirty="0" smtClean="0"/>
          </a:p>
          <a:p>
            <a:pPr marL="0" indent="0">
              <a:buNone/>
            </a:pPr>
            <a:r>
              <a:rPr lang="en-US" sz="7200" dirty="0" smtClean="0"/>
              <a:t>- It is used to </a:t>
            </a:r>
            <a:r>
              <a:rPr lang="en-US" sz="7200" u="sng" dirty="0" smtClean="0"/>
              <a:t>bevel</a:t>
            </a:r>
            <a:r>
              <a:rPr lang="en-US" sz="7200" dirty="0" smtClean="0"/>
              <a:t> edges</a:t>
            </a:r>
          </a:p>
          <a:p>
            <a:pPr marL="0" indent="0">
              <a:buNone/>
            </a:pPr>
            <a:r>
              <a:rPr lang="en-US" sz="7200" u="sng" dirty="0" smtClean="0">
                <a:solidFill>
                  <a:schemeClr val="accent1"/>
                </a:solidFill>
              </a:rPr>
              <a:t>Video:</a:t>
            </a:r>
          </a:p>
          <a:p>
            <a:pPr marL="0" indent="0">
              <a:buNone/>
            </a:pPr>
            <a:r>
              <a:rPr lang="en-US" sz="7200" dirty="0"/>
              <a:t>https://youtu.be/rSZeu8guVIY?si=_0f76doMFRrqo334 </a:t>
            </a:r>
            <a:endParaRPr lang="en-US" sz="7200" dirty="0" smtClean="0"/>
          </a:p>
          <a:p>
            <a:pPr marL="0" indent="0">
              <a:buNone/>
            </a:pPr>
            <a:r>
              <a:rPr lang="en-US" sz="7200" u="sng" dirty="0" smtClean="0"/>
              <a:t>Feedback</a:t>
            </a:r>
            <a:r>
              <a:rPr lang="en-US" sz="7200" dirty="0" smtClean="0"/>
              <a:t> : Activity</a:t>
            </a:r>
          </a:p>
          <a:p>
            <a:pPr>
              <a:buFontTx/>
              <a:buChar char="-"/>
            </a:pPr>
            <a:endParaRPr lang="en-US" sz="6200" dirty="0" smtClean="0"/>
          </a:p>
          <a:p>
            <a:pPr marL="0" indent="0">
              <a:buNone/>
            </a:pPr>
            <a:endParaRPr lang="en-US" dirty="0" smtClean="0"/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855" y="610404"/>
            <a:ext cx="2060040" cy="154890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5" y="3114854"/>
            <a:ext cx="2663542" cy="165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062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193"/>
            <a:ext cx="11353800" cy="1822431"/>
          </a:xfrm>
        </p:spPr>
        <p:txBody>
          <a:bodyPr>
            <a:normAutofit/>
          </a:bodyPr>
          <a:lstStyle/>
          <a:p>
            <a:r>
              <a:rPr lang="en-US" sz="3200" dirty="0" smtClean="0"/>
              <a:t>Kwa Thema Skills School</a:t>
            </a:r>
            <a:br>
              <a:rPr lang="en-US" sz="3200" dirty="0" smtClean="0"/>
            </a:br>
            <a:r>
              <a:rPr lang="en-US" sz="2700" smtClean="0"/>
              <a:t>Subject  : </a:t>
            </a:r>
            <a:r>
              <a:rPr lang="en-US" sz="2700" dirty="0" smtClean="0"/>
              <a:t>Maintenance						     Marks : </a:t>
            </a:r>
            <a:r>
              <a:rPr lang="en-US" sz="2700" dirty="0"/>
              <a:t>8</a:t>
            </a:r>
            <a:r>
              <a:rPr lang="en-US" sz="2700" smtClean="0"/>
              <a:t/>
            </a:r>
            <a:br>
              <a:rPr lang="en-US" sz="2700" smtClean="0"/>
            </a:br>
            <a:r>
              <a:rPr lang="en-US" sz="2700" smtClean="0"/>
              <a:t>Grade</a:t>
            </a:r>
            <a:r>
              <a:rPr lang="en-US" sz="2700"/>
              <a:t> </a:t>
            </a:r>
            <a:r>
              <a:rPr lang="en-US" sz="2700" smtClean="0"/>
              <a:t>   : </a:t>
            </a:r>
            <a:r>
              <a:rPr lang="en-US" sz="2700" dirty="0" smtClean="0"/>
              <a:t>Year </a:t>
            </a:r>
            <a:r>
              <a:rPr lang="en-US" sz="2700" dirty="0"/>
              <a:t>1</a:t>
            </a:r>
            <a:r>
              <a:rPr lang="en-US" sz="2700" dirty="0" smtClean="0"/>
              <a:t>						              Time  </a:t>
            </a:r>
            <a:r>
              <a:rPr lang="en-US" sz="2700" smtClean="0"/>
              <a:t>: </a:t>
            </a:r>
            <a:r>
              <a:rPr lang="en-US" sz="2700" smtClean="0"/>
              <a:t>30 mins</a:t>
            </a:r>
            <a:r>
              <a:rPr lang="en-US" sz="2700" dirty="0" smtClean="0"/>
              <a:t/>
            </a:r>
            <a:br>
              <a:rPr lang="en-US" sz="2700" dirty="0" smtClean="0"/>
            </a:br>
            <a:r>
              <a:rPr lang="en-US" sz="2700" smtClean="0"/>
              <a:t>Date      :   /  / 2024</a:t>
            </a: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u="sng" dirty="0" smtClean="0"/>
              <a:t>Question:1</a:t>
            </a:r>
          </a:p>
          <a:p>
            <a:pPr marL="514350" indent="-514350">
              <a:buAutoNum type="arabicPeriod"/>
            </a:pPr>
            <a:r>
              <a:rPr lang="en-US" sz="2400" dirty="0" smtClean="0"/>
              <a:t>Name the following marking and cutting hand tools.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							</a:t>
            </a: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1.__________________				       2.______________________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							</a:t>
            </a:r>
          </a:p>
          <a:p>
            <a:pPr marL="0" indent="0">
              <a:buNone/>
            </a:pPr>
            <a:r>
              <a:rPr lang="en-US" sz="2400" dirty="0" smtClean="0"/>
              <a:t>3.___________________  				 4. ______________________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014" y="2957512"/>
            <a:ext cx="1266825" cy="952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4983" y="2951180"/>
            <a:ext cx="1238106" cy="124307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2788" y="4861782"/>
            <a:ext cx="1397228" cy="13972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1370" y="5004255"/>
            <a:ext cx="1371719" cy="1341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861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3538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2000" dirty="0" smtClean="0"/>
              <a:t>5. _________________  				                 6. ____________________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		</a:t>
            </a:r>
          </a:p>
          <a:p>
            <a:pPr marL="3657600" lvl="8" indent="0">
              <a:buNone/>
            </a:pPr>
            <a:r>
              <a:rPr lang="en-US" sz="2000" dirty="0" smtClean="0"/>
              <a:t>					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7. __________________ 		                       8. ____________________		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dirty="0" smtClean="0"/>
              <a:t>																			(8)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901" y="137418"/>
            <a:ext cx="1152244" cy="14692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714" y="2531294"/>
            <a:ext cx="1426588" cy="135952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224" y="-115284"/>
            <a:ext cx="1109568" cy="143268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7005" y="2175322"/>
            <a:ext cx="1542037" cy="154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032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274002" cy="6857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u="sng" dirty="0">
                <a:solidFill>
                  <a:schemeClr val="accent1"/>
                </a:solidFill>
              </a:rPr>
              <a:t>Feedback</a:t>
            </a:r>
            <a:r>
              <a:rPr lang="en-US" sz="3600" dirty="0">
                <a:solidFill>
                  <a:schemeClr val="accent1"/>
                </a:solidFill>
              </a:rPr>
              <a:t> :Activity</a:t>
            </a:r>
            <a:br>
              <a:rPr lang="en-US" sz="3600" dirty="0">
                <a:solidFill>
                  <a:schemeClr val="accent1"/>
                </a:solidFill>
              </a:rPr>
            </a:br>
            <a:r>
              <a:rPr lang="en-US" sz="3600" dirty="0">
                <a:solidFill>
                  <a:schemeClr val="accent1"/>
                </a:solidFill>
              </a:rPr>
              <a:t>(Practical lesson or Project</a:t>
            </a:r>
            <a:r>
              <a:rPr lang="en-US" sz="3600" dirty="0" smtClean="0">
                <a:solidFill>
                  <a:schemeClr val="accent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3600" dirty="0">
                <a:solidFill>
                  <a:schemeClr val="accent1"/>
                </a:solidFill>
              </a:rPr>
              <a:t> </a:t>
            </a:r>
            <a:r>
              <a:rPr lang="en-US" sz="3600" dirty="0" smtClean="0">
                <a:solidFill>
                  <a:schemeClr val="accent1"/>
                </a:solidFill>
              </a:rPr>
              <a:t>           </a:t>
            </a:r>
            <a:r>
              <a:rPr lang="en-US" sz="3600" u="sng" dirty="0" smtClean="0">
                <a:solidFill>
                  <a:schemeClr val="accent1"/>
                </a:solidFill>
              </a:rPr>
              <a:t>Folding Chair</a:t>
            </a:r>
          </a:p>
          <a:p>
            <a:pPr marL="0" indent="0">
              <a:buNone/>
            </a:pPr>
            <a:endParaRPr lang="en-US" sz="3600" dirty="0" smtClean="0">
              <a:solidFill>
                <a:schemeClr val="accent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09" r="8746" b="28788"/>
          <a:stretch/>
        </p:blipFill>
        <p:spPr>
          <a:xfrm>
            <a:off x="1064933" y="2104581"/>
            <a:ext cx="4531636" cy="3844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54647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640</TotalTime>
  <Words>167</Words>
  <Application>Microsoft Office PowerPoint</Application>
  <PresentationFormat>Widescreen</PresentationFormat>
  <Paragraphs>104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</vt:lpstr>
      <vt:lpstr>Basic power tools and machines.</vt:lpstr>
      <vt:lpstr>Basic marking cutting and hand tools. (continues)</vt:lpstr>
      <vt:lpstr>Basic marking cutting hand tools. (cont..)</vt:lpstr>
      <vt:lpstr>PowerPoint Presentation</vt:lpstr>
      <vt:lpstr>Kwa Thema Skills School Subject  : Maintenance           Marks : 8 Grade    : Year 1                    Time  : 30 mins Date      :   /  / 2024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108</cp:revision>
  <cp:lastPrinted>2022-08-31T08:47:15Z</cp:lastPrinted>
  <dcterms:created xsi:type="dcterms:W3CDTF">2022-08-25T11:18:17Z</dcterms:created>
  <dcterms:modified xsi:type="dcterms:W3CDTF">2024-01-16T17:27:26Z</dcterms:modified>
</cp:coreProperties>
</file>