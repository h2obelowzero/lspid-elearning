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"/>
            <a:ext cx="10277341" cy="68580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600" u="sng" dirty="0" smtClean="0">
                <a:solidFill>
                  <a:schemeClr val="accent1"/>
                </a:solidFill>
              </a:rPr>
              <a:t>Mechanical Maintenance</a:t>
            </a:r>
          </a:p>
          <a:p>
            <a:pPr algn="l"/>
            <a:r>
              <a:rPr lang="en-US" sz="2100" dirty="0" smtClean="0"/>
              <a:t>1.</a:t>
            </a:r>
            <a:r>
              <a:rPr lang="en-US" sz="2100" u="sng" dirty="0" smtClean="0"/>
              <a:t>Spanners</a:t>
            </a:r>
          </a:p>
          <a:p>
            <a:pPr algn="l"/>
            <a:endParaRPr lang="en-US" sz="2100" dirty="0"/>
          </a:p>
          <a:p>
            <a:pPr algn="l"/>
            <a:endParaRPr lang="en-US" sz="2100" dirty="0" smtClean="0"/>
          </a:p>
          <a:p>
            <a:pPr algn="l"/>
            <a:endParaRPr lang="en-US" sz="2100" dirty="0" smtClean="0"/>
          </a:p>
          <a:p>
            <a:pPr algn="l"/>
            <a:endParaRPr lang="en-US" sz="2100" dirty="0" smtClean="0"/>
          </a:p>
          <a:p>
            <a:pPr algn="l"/>
            <a:endParaRPr lang="en-US" sz="2100" dirty="0" smtClean="0"/>
          </a:p>
          <a:p>
            <a:pPr algn="l"/>
            <a:r>
              <a:rPr lang="en-US" sz="1500" dirty="0" smtClean="0"/>
              <a:t>1. Combination Spanner 2. Ring Spanner 3. Open </a:t>
            </a:r>
            <a:r>
              <a:rPr lang="en-US" sz="1500" smtClean="0"/>
              <a:t>Ended Spanner</a:t>
            </a:r>
            <a:endParaRPr lang="en-US" sz="1500" dirty="0"/>
          </a:p>
          <a:p>
            <a:pPr algn="l"/>
            <a:r>
              <a:rPr lang="en-US" sz="2100" dirty="0" smtClean="0"/>
              <a:t>-It is used for loosening and tightening of bolts and nuts. </a:t>
            </a:r>
          </a:p>
          <a:p>
            <a:pPr algn="l"/>
            <a:r>
              <a:rPr lang="en-US" sz="2100" dirty="0"/>
              <a:t> </a:t>
            </a:r>
            <a:r>
              <a:rPr lang="en-US" sz="2100" dirty="0" smtClean="0"/>
              <a:t>2.</a:t>
            </a:r>
            <a:r>
              <a:rPr lang="en-US" sz="2100" u="sng" dirty="0" smtClean="0"/>
              <a:t>Tyre Pressure Gauge</a:t>
            </a:r>
          </a:p>
          <a:p>
            <a:pPr algn="l"/>
            <a:endParaRPr lang="en-US" sz="2100" u="sng" dirty="0"/>
          </a:p>
          <a:p>
            <a:pPr algn="l"/>
            <a:endParaRPr lang="en-US" sz="2100" u="sng" dirty="0"/>
          </a:p>
          <a:p>
            <a:pPr algn="l"/>
            <a:endParaRPr lang="en-US" sz="2100" dirty="0" smtClean="0"/>
          </a:p>
          <a:p>
            <a:pPr algn="l"/>
            <a:endParaRPr lang="en-US" sz="2100" dirty="0" smtClean="0"/>
          </a:p>
          <a:p>
            <a:pPr algn="l"/>
            <a:endParaRPr lang="en-US" sz="2100" dirty="0"/>
          </a:p>
          <a:p>
            <a:pPr algn="l"/>
            <a:endParaRPr lang="en-US" sz="2100" dirty="0" smtClean="0"/>
          </a:p>
          <a:p>
            <a:pPr algn="l"/>
            <a:endParaRPr lang="en-US" sz="2100" dirty="0"/>
          </a:p>
          <a:p>
            <a:pPr algn="l"/>
            <a:r>
              <a:rPr lang="en-US" sz="2100" dirty="0" smtClean="0"/>
              <a:t>-To inflate air into the tyres. </a:t>
            </a:r>
            <a:endParaRPr lang="en-US" sz="2100" dirty="0"/>
          </a:p>
          <a:p>
            <a:pPr algn="l"/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9" y="889737"/>
            <a:ext cx="3273684" cy="16394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9" y="4040649"/>
            <a:ext cx="3273684" cy="185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9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3</a:t>
            </a:r>
            <a:r>
              <a:rPr lang="en-US" dirty="0" smtClean="0"/>
              <a:t>.</a:t>
            </a:r>
            <a:r>
              <a:rPr lang="en-US" u="sng" dirty="0" smtClean="0"/>
              <a:t>Screwdrivers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-It is used for loosening and tightening of screws.</a:t>
            </a:r>
          </a:p>
          <a:p>
            <a:pPr marL="0" indent="0">
              <a:buNone/>
            </a:pPr>
            <a:r>
              <a:rPr lang="en-US" dirty="0" smtClean="0"/>
              <a:t>-It </a:t>
            </a:r>
            <a:r>
              <a:rPr lang="en-US" dirty="0"/>
              <a:t>is used for loosening and tightening of </a:t>
            </a:r>
            <a:r>
              <a:rPr lang="en-US" dirty="0" smtClean="0"/>
              <a:t>bolts &amp; nuts.</a:t>
            </a:r>
          </a:p>
          <a:p>
            <a:pPr marL="0" indent="0">
              <a:buNone/>
            </a:pPr>
            <a:r>
              <a:rPr lang="en-US" dirty="0" smtClean="0"/>
              <a:t>4.</a:t>
            </a:r>
            <a:r>
              <a:rPr lang="en-US" u="sng" dirty="0" smtClean="0"/>
              <a:t>Allen keys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-It </a:t>
            </a:r>
            <a:r>
              <a:rPr lang="en-US" dirty="0"/>
              <a:t>is used for loosening and tightening of </a:t>
            </a:r>
            <a:r>
              <a:rPr lang="en-US" dirty="0" smtClean="0"/>
              <a:t>bolts &amp; nuts.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69" y="509762"/>
            <a:ext cx="2999100" cy="14662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26" y="3581789"/>
            <a:ext cx="3410387" cy="18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3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3432665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</a:t>
            </a:r>
            <a:r>
              <a:rPr lang="en-US" u="sng" dirty="0" smtClean="0"/>
              <a:t>Cordless drill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/>
              <a:t>It is used for loosening and tightening of screws.</a:t>
            </a:r>
          </a:p>
          <a:p>
            <a:pPr marL="0" indent="0">
              <a:buNone/>
            </a:pPr>
            <a:r>
              <a:rPr lang="en-US" dirty="0"/>
              <a:t>-It is used for loosening and tightening of bolts &amp; nuts.</a:t>
            </a:r>
          </a:p>
          <a:p>
            <a:pPr marL="0" indent="0">
              <a:buNone/>
            </a:pPr>
            <a:r>
              <a:rPr lang="en-US" dirty="0"/>
              <a:t>6</a:t>
            </a:r>
            <a:r>
              <a:rPr lang="en-US" dirty="0" smtClean="0"/>
              <a:t>.</a:t>
            </a:r>
            <a:r>
              <a:rPr lang="en-US" u="sng" dirty="0" smtClean="0"/>
              <a:t>Sockets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/>
              <a:t>It is used for loosening and tightening of screws.</a:t>
            </a:r>
          </a:p>
          <a:p>
            <a:pPr marL="0" indent="0">
              <a:buNone/>
            </a:pPr>
            <a:r>
              <a:rPr lang="en-US" dirty="0"/>
              <a:t>-It is used for loosening and tightening of bolts &amp; nuts.</a:t>
            </a:r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83" y="724039"/>
            <a:ext cx="2872229" cy="19125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0" y="3837903"/>
            <a:ext cx="2916095" cy="181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4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7</a:t>
            </a:r>
            <a:r>
              <a:rPr lang="en-US" dirty="0" smtClean="0"/>
              <a:t>.</a:t>
            </a:r>
            <a:r>
              <a:rPr lang="en-US" u="sng" dirty="0" smtClean="0"/>
              <a:t>Pliers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 smtClean="0"/>
              <a:t>1. Long Nose </a:t>
            </a:r>
            <a:r>
              <a:rPr lang="en-US" sz="1400" dirty="0"/>
              <a:t>P</a:t>
            </a:r>
            <a:r>
              <a:rPr lang="en-US" sz="1400" dirty="0" smtClean="0"/>
              <a:t>lier 2. Side Cutter. Combination Plier 4. Water Pump Plier</a:t>
            </a:r>
          </a:p>
          <a:p>
            <a:pPr marL="0" indent="0">
              <a:buNone/>
            </a:pPr>
            <a:r>
              <a:rPr lang="en-US" dirty="0" smtClean="0"/>
              <a:t>-They are used as cutting tools, removing and replacing of clamps etc.</a:t>
            </a: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8. </a:t>
            </a:r>
            <a:r>
              <a:rPr lang="en-US" u="sng" dirty="0" smtClean="0"/>
              <a:t>Jacks</a:t>
            </a:r>
            <a:endParaRPr lang="en-US" u="sng" dirty="0"/>
          </a:p>
          <a:p>
            <a:pPr marL="742950" indent="-742950">
              <a:buAutoNum type="arabicPeriod"/>
            </a:pPr>
            <a:endParaRPr lang="en-US" dirty="0"/>
          </a:p>
          <a:p>
            <a:pPr marL="742950" indent="-7429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 smtClean="0"/>
              <a:t>Top       : 1. Scissor Jack 2. Rolling Trolley 3. </a:t>
            </a:r>
            <a:r>
              <a:rPr lang="en-US" sz="1400" dirty="0"/>
              <a:t>P</a:t>
            </a:r>
            <a:r>
              <a:rPr lang="en-US" sz="1400" dirty="0" smtClean="0"/>
              <a:t>neumatic Jack </a:t>
            </a:r>
          </a:p>
          <a:p>
            <a:pPr marL="0" indent="0">
              <a:buNone/>
            </a:pPr>
            <a:r>
              <a:rPr lang="en-US" sz="1400" dirty="0" smtClean="0"/>
              <a:t>Bottom : 1. Floor or Trolley Jack 2. Bottle Jack 3.Pneumatic Trolley 4. Farm Jack  </a:t>
            </a:r>
            <a:endParaRPr lang="en-US" sz="1400" dirty="0"/>
          </a:p>
          <a:p>
            <a:pPr marL="0" indent="0">
              <a:buNone/>
            </a:pPr>
            <a:r>
              <a:rPr lang="en-US" dirty="0" smtClean="0"/>
              <a:t>- To lift heavy loads.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12" y="412535"/>
            <a:ext cx="3607495" cy="16469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20" y="3571961"/>
            <a:ext cx="4072481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7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7549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9</a:t>
            </a:r>
            <a:r>
              <a:rPr lang="en-US" dirty="0" smtClean="0"/>
              <a:t>.</a:t>
            </a:r>
            <a:r>
              <a:rPr lang="en-US" u="sng" dirty="0" smtClean="0"/>
              <a:t>Jack Stand</a:t>
            </a:r>
          </a:p>
          <a:p>
            <a:pPr marL="742950" indent="-742950">
              <a:buAutoNum type="arabicPeriod"/>
            </a:pPr>
            <a:endParaRPr lang="en-US" dirty="0"/>
          </a:p>
          <a:p>
            <a:pPr marL="742950" indent="-742950"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To hold a vehicle in place.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10.</a:t>
            </a:r>
            <a:r>
              <a:rPr lang="en-US" u="sng" dirty="0" smtClean="0"/>
              <a:t>Tyre blocks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To assist in levelling.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47" y="500846"/>
            <a:ext cx="1761897" cy="16704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79" y="4028619"/>
            <a:ext cx="2621507" cy="17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8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031"/>
            <a:ext cx="12192000" cy="67549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11.</a:t>
            </a:r>
            <a:r>
              <a:rPr lang="en-US" u="sng" dirty="0" smtClean="0"/>
              <a:t>Wheel spanner</a:t>
            </a:r>
          </a:p>
          <a:p>
            <a:pPr marL="742950" indent="-742950">
              <a:buAutoNum type="arabicPeriod"/>
            </a:pPr>
            <a:endParaRPr lang="en-US" dirty="0"/>
          </a:p>
          <a:p>
            <a:pPr marL="742950" indent="-742950"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For loosening and fastening of bolts and nuts.</a:t>
            </a:r>
          </a:p>
          <a:p>
            <a:pPr marL="0" indent="0">
              <a:buNone/>
            </a:pPr>
            <a:r>
              <a:rPr lang="en-US" dirty="0" smtClean="0"/>
              <a:t>12.</a:t>
            </a:r>
            <a:r>
              <a:rPr lang="en-US" u="sng" dirty="0" smtClean="0"/>
              <a:t>Triangle Reflector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prevents coolant from freezing.</a:t>
            </a:r>
          </a:p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Video</a:t>
            </a:r>
            <a:r>
              <a:rPr lang="en-US" dirty="0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https://youtu.be/t1t-JGnC10I?si=BGGPH9rGz5S6hD7v</a:t>
            </a:r>
          </a:p>
          <a:p>
            <a:pPr marL="0" indent="0">
              <a:buNone/>
            </a:pPr>
            <a:endParaRPr lang="en-US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: Activity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99" y="723371"/>
            <a:ext cx="2016673" cy="1732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562" y="3086718"/>
            <a:ext cx="1853345" cy="14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6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55337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Kwa Thema Skills School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smtClean="0"/>
              <a:t>Subject </a:t>
            </a:r>
            <a:r>
              <a:rPr lang="en-US" sz="2000" smtClean="0"/>
              <a:t>  : </a:t>
            </a:r>
            <a:r>
              <a:rPr lang="en-US" sz="2000" dirty="0" smtClean="0"/>
              <a:t>Maintenance							 Marks : 12</a:t>
            </a:r>
            <a:br>
              <a:rPr lang="en-US" sz="2000" dirty="0" smtClean="0"/>
            </a:br>
            <a:r>
              <a:rPr lang="en-US" sz="2000" dirty="0" smtClean="0"/>
              <a:t>Grade	  : Year 1 						         	 Time  </a:t>
            </a:r>
            <a:r>
              <a:rPr lang="en-US" sz="2000" smtClean="0"/>
              <a:t>: </a:t>
            </a:r>
            <a:r>
              <a:rPr lang="en-US" sz="2000" smtClean="0"/>
              <a:t>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000" dirty="0" smtClean="0"/>
              <a:t>Date	</a:t>
            </a:r>
            <a:r>
              <a:rPr lang="en-US" sz="2000" smtClean="0"/>
              <a:t>  </a:t>
            </a:r>
            <a:r>
              <a:rPr lang="en-US" sz="2000" smtClean="0"/>
              <a:t>:   /  / 2024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27952"/>
            <a:ext cx="12192000" cy="513610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u="sng" dirty="0" smtClean="0"/>
              <a:t>Question:1</a:t>
            </a:r>
          </a:p>
          <a:p>
            <a:pPr marL="0" indent="0">
              <a:buNone/>
            </a:pPr>
            <a:r>
              <a:rPr lang="en-US" sz="7200" dirty="0" smtClean="0"/>
              <a:t>1.Identify the following tools and equipments.</a:t>
            </a:r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r>
              <a:rPr lang="en-US" sz="7200" dirty="0" smtClean="0"/>
              <a:t>1.1 ________________                               1.2 _________________</a:t>
            </a:r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r>
              <a:rPr lang="en-US" sz="7200" dirty="0" smtClean="0"/>
              <a:t>1.3 _________________                              1.4 _________________</a:t>
            </a:r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5600" dirty="0" smtClean="0"/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endParaRPr lang="en-US" sz="5600" dirty="0" smtClean="0"/>
          </a:p>
          <a:p>
            <a:pPr marL="0" indent="0">
              <a:buNone/>
            </a:pPr>
            <a:endParaRPr lang="en-US" sz="5600" dirty="0" smtClean="0"/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endParaRPr lang="en-US" sz="5600" dirty="0" smtClean="0"/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endParaRPr lang="en-US" sz="5600" dirty="0" smtClean="0"/>
          </a:p>
          <a:p>
            <a:pPr marL="0" indent="0">
              <a:buNone/>
            </a:pPr>
            <a:r>
              <a:rPr lang="en-US" sz="5600" dirty="0" smtClean="0"/>
              <a:t>1.9 _________________________							1.10 _________________________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255" y="4683151"/>
            <a:ext cx="1362018" cy="1291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26" y="2805929"/>
            <a:ext cx="2381435" cy="9090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00" y="4683151"/>
            <a:ext cx="2176461" cy="1291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255" y="2805929"/>
            <a:ext cx="1362018" cy="9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9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1.5 ________________                                     1.6 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1.7 ________________                                     1.8 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1.9 ________________                                     1.10 __________________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1.11 </a:t>
            </a:r>
            <a:r>
              <a:rPr lang="en-US" dirty="0"/>
              <a:t>________________                                     </a:t>
            </a:r>
            <a:r>
              <a:rPr lang="en-US" dirty="0" smtClean="0"/>
              <a:t>1.12 </a:t>
            </a:r>
            <a:r>
              <a:rPr lang="en-US" dirty="0"/>
              <a:t>__________________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47" y="5047008"/>
            <a:ext cx="1869783" cy="12436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940" y="154236"/>
            <a:ext cx="1354170" cy="11659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613" y="5047008"/>
            <a:ext cx="1579001" cy="12436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90" y="3139267"/>
            <a:ext cx="1877740" cy="12141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91" y="1795749"/>
            <a:ext cx="1877739" cy="10576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448" y="154236"/>
            <a:ext cx="1976534" cy="116597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3613" y="1608463"/>
            <a:ext cx="1579001" cy="11234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3613" y="3139266"/>
            <a:ext cx="1579001" cy="134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6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274002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Feedback</a:t>
            </a:r>
            <a:r>
              <a:rPr lang="en-US" sz="3600" dirty="0" smtClean="0">
                <a:solidFill>
                  <a:schemeClr val="accent1"/>
                </a:solidFill>
              </a:rPr>
              <a:t> : Activity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       </a:t>
            </a:r>
            <a:r>
              <a:rPr lang="en-US" sz="3600" u="sng" dirty="0" smtClean="0">
                <a:solidFill>
                  <a:schemeClr val="accent1"/>
                </a:solidFill>
              </a:rPr>
              <a:t>Wash a car by hand</a:t>
            </a:r>
            <a:endParaRPr lang="en-US" sz="3600" u="sng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8483"/>
            <a:ext cx="4174238" cy="367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196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846</TotalTime>
  <Words>306</Words>
  <Application>Microsoft Office PowerPoint</Application>
  <PresentationFormat>Widescreen</PresentationFormat>
  <Paragraphs>163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  : Maintenance        Marks : 12 Grade   : Year 1                  Time  : 30 mins Date   :   /  /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151</cp:revision>
  <cp:lastPrinted>2022-08-31T07:50:14Z</cp:lastPrinted>
  <dcterms:created xsi:type="dcterms:W3CDTF">2022-08-25T11:18:17Z</dcterms:created>
  <dcterms:modified xsi:type="dcterms:W3CDTF">2024-01-16T17:17:43Z</dcterms:modified>
</cp:coreProperties>
</file>