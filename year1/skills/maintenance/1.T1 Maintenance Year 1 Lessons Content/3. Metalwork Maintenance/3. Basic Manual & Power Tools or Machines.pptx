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9" r:id="rId6"/>
    <p:sldId id="270" r:id="rId7"/>
    <p:sldId id="271" r:id="rId8"/>
    <p:sldId id="272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www.assetplant.com/WebRoot/Store/Shops/shop/5512/2E37/DABA/4942/542B/C0A8/C83B/12AC/SM-MSR1300-75.jp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http://www.assetplant.com/WebRoot/Store/Shops/shop/5512/2E37/DABA/4942/542B/C0A8/C83B/12AC/SM-MSR1300-75.jpg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5989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1"/>
                </a:solidFill>
              </a:rPr>
              <a:t>Basic power tools and manual machines.</a:t>
            </a:r>
            <a:endParaRPr lang="en-US" sz="24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900" dirty="0" smtClean="0"/>
              <a:t>1. </a:t>
            </a:r>
            <a:r>
              <a:rPr lang="en-US" sz="1900" u="sng" dirty="0" smtClean="0"/>
              <a:t>Electric Hand Drill </a:t>
            </a:r>
            <a:endParaRPr lang="en-US" sz="1900" u="sng" dirty="0"/>
          </a:p>
          <a:p>
            <a:pPr marL="0" indent="0">
              <a:buNone/>
            </a:pPr>
            <a:endParaRPr lang="en-US" sz="1900" u="sng" dirty="0"/>
          </a:p>
          <a:p>
            <a:pPr marL="0" indent="0">
              <a:buNone/>
            </a:pPr>
            <a:endParaRPr lang="en-US" sz="1900" u="sng" dirty="0" smtClean="0"/>
          </a:p>
          <a:p>
            <a:pPr>
              <a:buFontTx/>
              <a:buChar char="-"/>
            </a:pPr>
            <a:endParaRPr lang="en-US" sz="1900" dirty="0" smtClean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r>
              <a:rPr lang="en-US" sz="1900" dirty="0" smtClean="0"/>
              <a:t>- It is used for </a:t>
            </a:r>
            <a:r>
              <a:rPr lang="en-US" sz="1900" b="1" u="sng" dirty="0" smtClean="0"/>
              <a:t>drilling </a:t>
            </a:r>
            <a:r>
              <a:rPr lang="en-US" sz="1900" dirty="0" smtClean="0"/>
              <a:t>holes on metals.</a:t>
            </a:r>
          </a:p>
          <a:p>
            <a:pPr marL="0" indent="0">
              <a:buNone/>
            </a:pPr>
            <a:r>
              <a:rPr lang="en-US" sz="1900" dirty="0" smtClean="0"/>
              <a:t>2. </a:t>
            </a:r>
            <a:r>
              <a:rPr lang="en-US" sz="1900" u="sng" dirty="0" smtClean="0"/>
              <a:t>Angle Grinder</a:t>
            </a:r>
          </a:p>
          <a:p>
            <a:pPr marL="0" indent="0">
              <a:buNone/>
            </a:pPr>
            <a:endParaRPr lang="en-US" sz="1900" u="sng" dirty="0"/>
          </a:p>
          <a:p>
            <a:pPr marL="0" indent="0">
              <a:buNone/>
            </a:pPr>
            <a:endParaRPr lang="en-US" sz="1900" u="sng" dirty="0" smtClean="0"/>
          </a:p>
          <a:p>
            <a:pPr marL="0" indent="0">
              <a:buNone/>
            </a:pPr>
            <a:endParaRPr lang="en-US" sz="1900" u="sng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r>
              <a:rPr lang="en-US" sz="1900" dirty="0" smtClean="0"/>
              <a:t>- It is used for </a:t>
            </a:r>
            <a:r>
              <a:rPr lang="en-US" sz="1900" b="1" u="sng" dirty="0" smtClean="0"/>
              <a:t>cutting</a:t>
            </a:r>
            <a:r>
              <a:rPr lang="en-US" sz="1900" dirty="0" smtClean="0"/>
              <a:t> and </a:t>
            </a:r>
            <a:r>
              <a:rPr lang="en-US" sz="1900" b="1" u="sng" dirty="0" smtClean="0"/>
              <a:t>grinding</a:t>
            </a:r>
            <a:r>
              <a:rPr lang="en-US" sz="1900" dirty="0" smtClean="0"/>
              <a:t> metals.</a:t>
            </a:r>
          </a:p>
          <a:p>
            <a:pPr>
              <a:buFontTx/>
              <a:buChar char="-"/>
            </a:pPr>
            <a:endParaRPr lang="en-US" sz="19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025" y="976602"/>
            <a:ext cx="2076495" cy="1503551"/>
          </a:xfrm>
          <a:prstGeom prst="rect">
            <a:avLst/>
          </a:prstGeom>
          <a:noFill/>
        </p:spPr>
      </p:pic>
      <p:pic>
        <p:nvPicPr>
          <p:cNvPr id="7" name="Picture 6" descr="C:\Users\User1\Desktop\Bluetooth\14968906620441498857733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5024" y="3539205"/>
            <a:ext cx="2076495" cy="1571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236336"/>
            <a:ext cx="11912247" cy="1325563"/>
          </a:xfrm>
        </p:spPr>
        <p:txBody>
          <a:bodyPr/>
          <a:lstStyle/>
          <a:p>
            <a:r>
              <a:rPr lang="en-US" b="1" u="sng" dirty="0" smtClean="0"/>
              <a:t>Basic power tools and manual machines </a:t>
            </a:r>
            <a:r>
              <a:rPr lang="en-US" dirty="0" smtClean="0"/>
              <a:t>(continues)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1978"/>
            <a:ext cx="11353799" cy="565488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dirty="0" smtClean="0"/>
              <a:t>3. </a:t>
            </a:r>
            <a:r>
              <a:rPr lang="en-US" sz="3800" u="sng" dirty="0" smtClean="0"/>
              <a:t>Drill Press</a:t>
            </a:r>
          </a:p>
          <a:p>
            <a:pPr>
              <a:buFontTx/>
              <a:buChar char="-"/>
            </a:pPr>
            <a:endParaRPr lang="en-US" sz="3800" dirty="0" smtClean="0"/>
          </a:p>
          <a:p>
            <a:pPr marL="0" indent="0">
              <a:buNone/>
            </a:pPr>
            <a:r>
              <a:rPr lang="en-US" sz="3800" dirty="0" smtClean="0"/>
              <a:t>                                 </a:t>
            </a:r>
            <a:endParaRPr lang="en-US" sz="3800" dirty="0"/>
          </a:p>
          <a:p>
            <a:pPr marL="0" indent="0">
              <a:buNone/>
            </a:pPr>
            <a:endParaRPr lang="en-US" sz="3800" dirty="0" smtClean="0"/>
          </a:p>
          <a:p>
            <a:pPr marL="0" indent="0">
              <a:buNone/>
            </a:pPr>
            <a:endParaRPr lang="en-US" sz="3800" dirty="0" smtClean="0"/>
          </a:p>
          <a:p>
            <a:pPr marL="0" indent="0">
              <a:buNone/>
            </a:pPr>
            <a:endParaRPr lang="en-US" sz="3800" dirty="0" smtClean="0"/>
          </a:p>
          <a:p>
            <a:pPr marL="0" indent="0">
              <a:buNone/>
            </a:pPr>
            <a:r>
              <a:rPr lang="en-US" sz="3800" dirty="0" smtClean="0"/>
              <a:t>- It is used for </a:t>
            </a:r>
            <a:r>
              <a:rPr lang="en-US" sz="3800" u="sng" dirty="0" smtClean="0"/>
              <a:t>drilling holes </a:t>
            </a:r>
            <a:r>
              <a:rPr lang="en-US" sz="3800" dirty="0" smtClean="0"/>
              <a:t>on metals and on sheet metals.</a:t>
            </a:r>
          </a:p>
          <a:p>
            <a:pPr marL="0" indent="0">
              <a:buNone/>
            </a:pPr>
            <a:r>
              <a:rPr lang="en-US" sz="3800" dirty="0" smtClean="0"/>
              <a:t>4.</a:t>
            </a:r>
            <a:r>
              <a:rPr lang="en-US" sz="3800" u="sng" dirty="0"/>
              <a:t> </a:t>
            </a:r>
            <a:r>
              <a:rPr lang="en-US" sz="3800" u="sng" dirty="0" smtClean="0"/>
              <a:t>Arc Welding</a:t>
            </a:r>
          </a:p>
          <a:p>
            <a:pPr marL="0" indent="0">
              <a:buNone/>
            </a:pPr>
            <a:endParaRPr lang="en-US" sz="3800" u="sng" dirty="0"/>
          </a:p>
          <a:p>
            <a:pPr marL="0" indent="0">
              <a:buNone/>
            </a:pPr>
            <a:r>
              <a:rPr lang="en-US" sz="3800" u="sng" dirty="0" smtClean="0"/>
              <a:t>                     </a:t>
            </a:r>
          </a:p>
          <a:p>
            <a:pPr marL="0" indent="0">
              <a:buNone/>
            </a:pPr>
            <a:endParaRPr lang="en-US" sz="3800" u="sng" dirty="0"/>
          </a:p>
          <a:p>
            <a:pPr marL="0" indent="0">
              <a:buNone/>
            </a:pPr>
            <a:endParaRPr lang="en-US" sz="3800" u="sng" dirty="0" smtClean="0"/>
          </a:p>
          <a:p>
            <a:pPr marL="0" indent="0">
              <a:buNone/>
            </a:pPr>
            <a:endParaRPr lang="en-US" sz="3800" dirty="0" smtClean="0"/>
          </a:p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r>
              <a:rPr lang="en-US" sz="3800" dirty="0" smtClean="0"/>
              <a:t>- It is used for joining metals.</a:t>
            </a:r>
          </a:p>
          <a:p>
            <a:pPr>
              <a:buFontTx/>
              <a:buChar char="-"/>
            </a:pPr>
            <a:endParaRPr lang="en-US" sz="19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821" y="1301783"/>
            <a:ext cx="1519386" cy="1453944"/>
          </a:xfrm>
          <a:prstGeom prst="rect">
            <a:avLst/>
          </a:prstGeom>
          <a:noFill/>
        </p:spPr>
      </p:pic>
      <p:pic>
        <p:nvPicPr>
          <p:cNvPr id="7" name="Picture 6" descr="http://metal-machines.com/product/4-1-1b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2187" y="3607234"/>
            <a:ext cx="1956020" cy="169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234845"/>
            <a:ext cx="11669377" cy="1325563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509089"/>
            <a:ext cx="11350536" cy="514184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smtClean="0"/>
              <a:t>5. </a:t>
            </a:r>
            <a:r>
              <a:rPr lang="en-US" sz="7200" u="sng" dirty="0" smtClean="0"/>
              <a:t>Guillotine</a:t>
            </a:r>
          </a:p>
          <a:p>
            <a:pPr marL="0" indent="0">
              <a:buNone/>
            </a:pPr>
            <a:endParaRPr lang="en-US" sz="7200" u="sng" dirty="0"/>
          </a:p>
          <a:p>
            <a:pPr marL="0" indent="0">
              <a:buNone/>
            </a:pPr>
            <a:r>
              <a:rPr lang="en-US" sz="7200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sz="7200" dirty="0" smtClean="0"/>
          </a:p>
          <a:p>
            <a:pPr>
              <a:buFontTx/>
              <a:buChar char="-"/>
            </a:pPr>
            <a:endParaRPr lang="en-US" sz="7200" dirty="0" smtClean="0"/>
          </a:p>
          <a:p>
            <a:pPr>
              <a:buFontTx/>
              <a:buChar char="-"/>
            </a:pPr>
            <a:endParaRPr lang="en-US" sz="7200" dirty="0" smtClean="0"/>
          </a:p>
          <a:p>
            <a:pPr marL="0" indent="0">
              <a:buNone/>
            </a:pPr>
            <a:r>
              <a:rPr lang="en-US" sz="7200" dirty="0" smtClean="0"/>
              <a:t>- It is used for </a:t>
            </a:r>
            <a:r>
              <a:rPr lang="en-US" sz="7200" u="sng" dirty="0" smtClean="0"/>
              <a:t>cutting</a:t>
            </a:r>
            <a:r>
              <a:rPr lang="en-US" sz="7200" dirty="0" smtClean="0"/>
              <a:t> sheet-metals.</a:t>
            </a:r>
          </a:p>
          <a:p>
            <a:pPr marL="0" indent="0">
              <a:buNone/>
            </a:pPr>
            <a:r>
              <a:rPr lang="en-US" sz="7200" dirty="0" smtClean="0"/>
              <a:t>6. </a:t>
            </a:r>
            <a:r>
              <a:rPr lang="en-US" sz="7200" u="sng" dirty="0" smtClean="0"/>
              <a:t>Bending Brakes</a:t>
            </a:r>
          </a:p>
          <a:p>
            <a:pPr marL="0" indent="0">
              <a:buNone/>
            </a:pPr>
            <a:endParaRPr lang="en-US" sz="7200" u="sng" dirty="0"/>
          </a:p>
          <a:p>
            <a:pPr marL="0" indent="0">
              <a:buNone/>
            </a:pPr>
            <a:endParaRPr lang="en-US" sz="7200" u="sng" dirty="0" smtClean="0"/>
          </a:p>
          <a:p>
            <a:pPr marL="0" indent="0">
              <a:buNone/>
            </a:pPr>
            <a:endParaRPr lang="en-US" sz="7200" u="sng" dirty="0"/>
          </a:p>
          <a:p>
            <a:pPr marL="0" indent="0">
              <a:buNone/>
            </a:pPr>
            <a:endParaRPr lang="en-US" sz="7200" u="sng" dirty="0" smtClean="0"/>
          </a:p>
          <a:p>
            <a:pPr marL="0" indent="0">
              <a:buNone/>
            </a:pPr>
            <a:r>
              <a:rPr lang="en-US" sz="7200" dirty="0" smtClean="0"/>
              <a:t>- It is used for bending sheet-metals.</a:t>
            </a:r>
          </a:p>
          <a:p>
            <a:pPr>
              <a:buFontTx/>
              <a:buChar char="-"/>
            </a:pPr>
            <a:endParaRPr lang="en-US" sz="8000" dirty="0"/>
          </a:p>
          <a:p>
            <a:pPr marL="0" indent="0">
              <a:buNone/>
            </a:pPr>
            <a:r>
              <a:rPr lang="en-US" sz="8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C:\Users\Dr. MP Mazibuko\Documents\2018 PRO PRACTICUM MASTER\5 Handbook\Metalwork\Y2 T1 Metalwork\Machine tools\Guillotin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71" y="1844715"/>
            <a:ext cx="1961002" cy="1727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:\Users\Dr. MP Mazibuko\Documents\2018 PRO PRACTICUM MASTER\5 Handbook\Metalwork\Y2 T1 Metalwork\Machine tools\Bending brak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71" y="4337620"/>
            <a:ext cx="1970375" cy="1161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7937"/>
            <a:ext cx="11709579" cy="1325563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r>
              <a:rPr lang="en-US" dirty="0"/>
              <a:t> </a:t>
            </a:r>
            <a:r>
              <a:rPr lang="en-US" b="1" u="sng" dirty="0" smtClean="0"/>
              <a:t>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824248"/>
            <a:ext cx="11271084" cy="580349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smtClean="0"/>
              <a:t>7. </a:t>
            </a:r>
            <a:r>
              <a:rPr lang="en-US" sz="7200" u="sng" dirty="0" smtClean="0"/>
              <a:t>Horizontal rollers</a:t>
            </a:r>
          </a:p>
          <a:p>
            <a:pPr marL="0" indent="0">
              <a:buNone/>
            </a:pPr>
            <a:r>
              <a:rPr lang="en-US" sz="7200" dirty="0" smtClean="0"/>
              <a:t>                          </a:t>
            </a:r>
          </a:p>
          <a:p>
            <a:pPr marL="0" indent="0">
              <a:buNone/>
            </a:pPr>
            <a:r>
              <a:rPr lang="en-US" sz="7200" dirty="0" smtClean="0"/>
              <a:t>                   </a:t>
            </a:r>
          </a:p>
          <a:p>
            <a:pPr marL="0" indent="0">
              <a:buNone/>
            </a:pPr>
            <a:r>
              <a:rPr lang="en-US" sz="7200" dirty="0" smtClean="0"/>
              <a:t>  </a:t>
            </a:r>
            <a:endParaRPr lang="en-US" sz="7200" dirty="0"/>
          </a:p>
          <a:p>
            <a:pPr>
              <a:buFontTx/>
              <a:buChar char="-"/>
            </a:pPr>
            <a:endParaRPr lang="en-US" sz="7200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r>
              <a:rPr lang="en-US" sz="7200" dirty="0" smtClean="0"/>
              <a:t>- It </a:t>
            </a:r>
            <a:r>
              <a:rPr lang="en-US" sz="7200" dirty="0"/>
              <a:t>is used </a:t>
            </a:r>
            <a:r>
              <a:rPr lang="en-US" sz="7200" dirty="0" smtClean="0"/>
              <a:t>for </a:t>
            </a:r>
            <a:r>
              <a:rPr lang="en-US" sz="7200" u="sng" dirty="0" smtClean="0"/>
              <a:t>rolling</a:t>
            </a:r>
            <a:r>
              <a:rPr lang="en-US" sz="7200" dirty="0" smtClean="0"/>
              <a:t> sheet-metals.</a:t>
            </a:r>
          </a:p>
          <a:p>
            <a:pPr marL="0" indent="0">
              <a:buNone/>
            </a:pPr>
            <a:r>
              <a:rPr lang="en-US" sz="7200" b="1" u="sng" dirty="0" smtClean="0"/>
              <a:t>Method of joining Metals</a:t>
            </a:r>
          </a:p>
          <a:p>
            <a:pPr marL="0" indent="0">
              <a:buNone/>
            </a:pPr>
            <a:r>
              <a:rPr lang="en-US" sz="7200" dirty="0" smtClean="0"/>
              <a:t>1. Arc welding</a:t>
            </a:r>
          </a:p>
          <a:p>
            <a:pPr marL="0" indent="0">
              <a:buNone/>
            </a:pPr>
            <a:r>
              <a:rPr lang="en-US" sz="7200" dirty="0" smtClean="0"/>
              <a:t>2. Riveting</a:t>
            </a:r>
          </a:p>
          <a:p>
            <a:pPr marL="0" indent="0">
              <a:buNone/>
            </a:pPr>
            <a:r>
              <a:rPr lang="en-US" sz="7200" dirty="0" smtClean="0"/>
              <a:t>3. Gas welding</a:t>
            </a:r>
          </a:p>
          <a:p>
            <a:pPr marL="0" indent="0">
              <a:buNone/>
            </a:pPr>
            <a:r>
              <a:rPr lang="en-US" sz="7200" dirty="0" smtClean="0"/>
              <a:t>4. Soldering</a:t>
            </a:r>
          </a:p>
          <a:p>
            <a:pPr marL="0" indent="0">
              <a:buNone/>
            </a:pPr>
            <a:r>
              <a:rPr lang="en-US" sz="7200" dirty="0" smtClean="0"/>
              <a:t>5. Screws</a:t>
            </a:r>
          </a:p>
          <a:p>
            <a:pPr marL="0" indent="0">
              <a:buNone/>
            </a:pPr>
            <a:r>
              <a:rPr lang="en-US" sz="7200" b="1" u="sng" dirty="0" smtClean="0">
                <a:solidFill>
                  <a:schemeClr val="accent1"/>
                </a:solidFill>
              </a:rPr>
              <a:t>Video</a:t>
            </a:r>
            <a:r>
              <a:rPr lang="en-US" sz="7200" b="1" dirty="0" smtClean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US" sz="7200" b="1" u="sng" dirty="0"/>
              <a:t>https://youtu.be/2JH2f4ytqEI?si=nUgcPAuwGgSDvLUg </a:t>
            </a:r>
          </a:p>
          <a:p>
            <a:pPr marL="0" indent="0">
              <a:buNone/>
            </a:pPr>
            <a:r>
              <a:rPr lang="en-US" sz="7200" b="1" u="sng" dirty="0" smtClean="0"/>
              <a:t>Feedback</a:t>
            </a:r>
            <a:r>
              <a:rPr lang="en-US" sz="7200" b="1" dirty="0" smtClean="0"/>
              <a:t> : </a:t>
            </a:r>
            <a:r>
              <a:rPr lang="en-US" sz="7200" dirty="0" smtClean="0"/>
              <a:t>Activity </a:t>
            </a:r>
            <a:endParaRPr lang="en-US" sz="7200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 ">
            <a:hlinkClick r:id="rId2" tgtFrame="&quot;_blank&quot;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6" r="12584"/>
          <a:stretch/>
        </p:blipFill>
        <p:spPr bwMode="auto">
          <a:xfrm>
            <a:off x="1390389" y="1333500"/>
            <a:ext cx="2442575" cy="14598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690688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Marks : 12</a:t>
            </a:r>
            <a:br>
              <a:rPr lang="en-US" sz="2700" dirty="0" smtClean="0"/>
            </a:br>
            <a:r>
              <a:rPr lang="en-US" sz="2700" dirty="0" smtClean="0"/>
              <a:t>Grade	  : Year 1						          Time  </a:t>
            </a:r>
            <a:r>
              <a:rPr lang="en-US" sz="2700" smtClean="0"/>
              <a:t>: </a:t>
            </a:r>
            <a:r>
              <a:rPr lang="en-US" sz="2700" smtClean="0"/>
              <a:t>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Date	  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11" name="Picture 10" descr="C:\Users\Dr. MP Mazibuko\Documents\2018 PRO PRACTICUM MASTER\5 Handbook\Metalwork\Y2 T1 Metalwork\Machine tools\Guillotin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27" y="2751388"/>
            <a:ext cx="1806289" cy="135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C:\Users\Dr. MP Mazibuko\Documents\2018 PRO PRACTICUM MASTER\5 Handbook\Metalwork\Y2 T1 Metalwork\Machine tools\Bending brak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044" y="3113707"/>
            <a:ext cx="1877113" cy="992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C:\Users\User1\Desktop\Bluetooth\14968906620441498857733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2991" y="5031715"/>
            <a:ext cx="141922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601" y="5027196"/>
            <a:ext cx="1285013" cy="1240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___________________________  				     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r>
              <a:rPr lang="en-US" dirty="0" smtClean="0"/>
              <a:t>7. ___________________________ 				</a:t>
            </a:r>
          </a:p>
          <a:p>
            <a:pPr marL="0" indent="0">
              <a:buNone/>
            </a:pPr>
            <a:r>
              <a:rPr lang="en-US" b="1" u="sng" dirty="0" smtClean="0"/>
              <a:t>Question:2</a:t>
            </a:r>
            <a:endParaRPr lang="en-US" b="1" u="sng" dirty="0"/>
          </a:p>
          <a:p>
            <a:pPr marL="0" indent="0">
              <a:buNone/>
            </a:pPr>
            <a:r>
              <a:rPr lang="en-US" dirty="0"/>
              <a:t>2. Name five joining methods</a:t>
            </a:r>
          </a:p>
          <a:p>
            <a:pPr marL="0" indent="0">
              <a:buNone/>
            </a:pPr>
            <a:r>
              <a:rPr lang="en-US" dirty="0" smtClean="0"/>
              <a:t>1. ___________________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2. ___________________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3. ___________________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4. ___________________</a:t>
            </a:r>
            <a:endParaRPr lang="en-US" dirty="0"/>
          </a:p>
          <a:p>
            <a:pPr marL="0" indent="0">
              <a:buNone/>
            </a:pPr>
            <a:r>
              <a:rPr lang="en-US" smtClean="0"/>
              <a:t>5. ___________________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						</a:t>
            </a:r>
            <a:r>
              <a:rPr lang="en-US" dirty="0" smtClean="0"/>
              <a:t>                                                     (</a:t>
            </a:r>
            <a:r>
              <a:rPr lang="en-US" dirty="0"/>
              <a:t>5)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786" y="2122357"/>
            <a:ext cx="1352550" cy="995417"/>
          </a:xfrm>
          <a:prstGeom prst="rect">
            <a:avLst/>
          </a:prstGeom>
          <a:noFill/>
        </p:spPr>
      </p:pic>
      <p:pic>
        <p:nvPicPr>
          <p:cNvPr id="12" name="Picture 11" descr="http://metal-machines.com/product/4-1-1b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1643" y="0"/>
            <a:ext cx="1684393" cy="1326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 ">
            <a:hlinkClick r:id="rId4" tgtFrame="&quot;_blank&quot;"/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2"/>
          <a:stretch/>
        </p:blipFill>
        <p:spPr bwMode="auto">
          <a:xfrm>
            <a:off x="237825" y="156445"/>
            <a:ext cx="2872067" cy="1170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859"/>
            <a:ext cx="112766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 smtClean="0"/>
              <a:t>Question:2</a:t>
            </a:r>
          </a:p>
          <a:p>
            <a:pPr marL="0" indent="0">
              <a:buNone/>
            </a:pPr>
            <a:r>
              <a:rPr lang="en-US" sz="2400" dirty="0" smtClean="0"/>
              <a:t>2. Name five joining methods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0" indent="0">
              <a:buNone/>
            </a:pPr>
            <a:r>
              <a:rPr lang="en-US" sz="2400" dirty="0" smtClean="0"/>
              <a:t>											(5)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948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1930400"/>
          </a:xfrm>
        </p:spPr>
        <p:txBody>
          <a:bodyPr>
            <a:normAutofit/>
          </a:bodyPr>
          <a:lstStyle/>
          <a:p>
            <a:r>
              <a:rPr lang="en-US" u="sng" dirty="0" smtClean="0"/>
              <a:t>Feedback</a:t>
            </a:r>
            <a:r>
              <a:rPr lang="en-US" dirty="0" smtClean="0"/>
              <a:t> :Activity</a:t>
            </a:r>
            <a:br>
              <a:rPr lang="en-US" dirty="0" smtClean="0"/>
            </a:br>
            <a:r>
              <a:rPr lang="en-US" dirty="0" smtClean="0"/>
              <a:t>(Practical lesson or Project)</a:t>
            </a:r>
            <a:br>
              <a:rPr lang="en-US" dirty="0" smtClean="0"/>
            </a:br>
            <a:r>
              <a:rPr lang="en-US" dirty="0" smtClean="0"/>
              <a:t>                     </a:t>
            </a:r>
            <a:r>
              <a:rPr lang="en-US" u="sng" dirty="0" smtClean="0"/>
              <a:t>SCOOP</a:t>
            </a:r>
            <a:endParaRPr lang="en-US" u="sn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415" y="2018535"/>
            <a:ext cx="5560011" cy="4128877"/>
          </a:xfrm>
        </p:spPr>
      </p:pic>
    </p:spTree>
    <p:extLst>
      <p:ext uri="{BB962C8B-B14F-4D97-AF65-F5344CB8AC3E}">
        <p14:creationId xmlns:p14="http://schemas.microsoft.com/office/powerpoint/2010/main" val="165358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459</TotalTime>
  <Words>193</Words>
  <Application>Microsoft Office PowerPoint</Application>
  <PresentationFormat>Widescreen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PowerPoint Presentation</vt:lpstr>
      <vt:lpstr>Basic power tools and manual machines (continues)</vt:lpstr>
      <vt:lpstr>Basic marking cutting hand tools.</vt:lpstr>
      <vt:lpstr>Basic marking cutting hand tools.  </vt:lpstr>
      <vt:lpstr>Kwa Thema Skills School Subject : Maintenance      Marks : 12 Grade   : Year 1                Time  : 30 mins Date   :   /  / 2024</vt:lpstr>
      <vt:lpstr>PowerPoint Presentation</vt:lpstr>
      <vt:lpstr>PowerPoint Presentation</vt:lpstr>
      <vt:lpstr>Feedback :Activity (Practical lesson or Project)                      SCOOP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95</cp:revision>
  <cp:lastPrinted>2022-08-31T07:50:14Z</cp:lastPrinted>
  <dcterms:created xsi:type="dcterms:W3CDTF">2022-08-25T11:18:17Z</dcterms:created>
  <dcterms:modified xsi:type="dcterms:W3CDTF">2024-01-16T17:29:29Z</dcterms:modified>
</cp:coreProperties>
</file>