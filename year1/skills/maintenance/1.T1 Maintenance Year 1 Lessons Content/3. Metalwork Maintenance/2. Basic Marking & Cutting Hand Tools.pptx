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6" r:id="rId7"/>
    <p:sldId id="269" r:id="rId8"/>
    <p:sldId id="270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Basic Marking and Cutting Hand Tools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Steel ruler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</a:t>
            </a:r>
            <a:r>
              <a:rPr lang="en-US" dirty="0" smtClean="0"/>
              <a:t> distances.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6312" y="1136684"/>
            <a:ext cx="2745426" cy="14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2044" y="3771854"/>
            <a:ext cx="2327738" cy="165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Engineer's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/>
              <a:t> </a:t>
            </a:r>
            <a:r>
              <a:rPr lang="en-US" u="sng" dirty="0" smtClean="0"/>
              <a:t>Punch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making </a:t>
            </a:r>
            <a:r>
              <a:rPr lang="en-US" u="sng" dirty="0" smtClean="0"/>
              <a:t>pop marks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489" y="496350"/>
            <a:ext cx="2227488" cy="1625961"/>
          </a:xfrm>
          <a:prstGeom prst="rect">
            <a:avLst/>
          </a:prstGeom>
          <a:noFill/>
        </p:spPr>
      </p:pic>
      <p:pic>
        <p:nvPicPr>
          <p:cNvPr id="12" name="Picture 11" descr="C:\Users\Dr. MP Mazibuko\Documents\2018 PRO PRACTICUM MASTER\5 Handbook\Metalwork\Y3 T3 Metalwork\Tools\Centre punch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689" y="3544711"/>
            <a:ext cx="2024288" cy="1175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800" cy="6598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u="sng" dirty="0" smtClean="0"/>
              <a:t>Scriber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drawing </a:t>
            </a:r>
            <a:r>
              <a:rPr lang="en-US" u="sng" dirty="0" smtClean="0"/>
              <a:t>lines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u="sng" dirty="0" smtClean="0"/>
              <a:t>Handsaw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for cutting </a:t>
            </a:r>
            <a:r>
              <a:rPr lang="en-US" u="sng" dirty="0" smtClean="0"/>
              <a:t>metals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3366820"/>
            <a:ext cx="2720436" cy="1227757"/>
          </a:xfrm>
          <a:prstGeom prst="rect">
            <a:avLst/>
          </a:prstGeom>
          <a:noFill/>
        </p:spPr>
      </p:pic>
      <p:pic>
        <p:nvPicPr>
          <p:cNvPr id="10" name="Picture 9" descr="C:\Users\Dr. MP Mazibuko\Documents\2018 PRO PRACTICUM MASTER\5 Handbook\Metalwork\Y1 Metalwork\Identify tools\Scriber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57" y="627541"/>
            <a:ext cx="1767760" cy="1517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6068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7. </a:t>
            </a:r>
            <a:r>
              <a:rPr lang="en-US" u="sng" dirty="0" smtClean="0"/>
              <a:t>Divider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/>
              <a:t>is used to </a:t>
            </a:r>
            <a:r>
              <a:rPr lang="en-US" dirty="0" smtClean="0"/>
              <a:t>draw arcs, circles, radii etc.</a:t>
            </a:r>
          </a:p>
          <a:p>
            <a:pPr marL="0" indent="0">
              <a:buNone/>
            </a:pPr>
            <a:r>
              <a:rPr lang="en-US" dirty="0" smtClean="0"/>
              <a:t>8. </a:t>
            </a:r>
            <a:r>
              <a:rPr lang="en-US" u="sng" dirty="0" smtClean="0"/>
              <a:t>Files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as a </a:t>
            </a:r>
            <a:r>
              <a:rPr lang="en-US" u="sng" dirty="0" smtClean="0"/>
              <a:t>cutting</a:t>
            </a:r>
            <a:r>
              <a:rPr lang="en-US" dirty="0" smtClean="0"/>
              <a:t> tool.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0468" y="603229"/>
            <a:ext cx="2190065" cy="149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Metalwork\Y1 Metalwork\Identify tools\Fil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377" y="3228623"/>
            <a:ext cx="2246489" cy="17836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11031978" cy="66068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9. </a:t>
            </a:r>
            <a:r>
              <a:rPr lang="en-US" u="sng" dirty="0" smtClean="0"/>
              <a:t>Tinsnip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</a:t>
            </a:r>
            <a:r>
              <a:rPr lang="en-US" u="sng" dirty="0" smtClean="0"/>
              <a:t>sheet-metals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10. </a:t>
            </a:r>
            <a:r>
              <a:rPr lang="en-US" u="sng" dirty="0" smtClean="0"/>
              <a:t>Chisel  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as a cutting </a:t>
            </a:r>
            <a:r>
              <a:rPr lang="en-US" u="sng" dirty="0" smtClean="0"/>
              <a:t>tool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1 Metalwork\Identify tools\Tin-snip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19" y="561633"/>
            <a:ext cx="2010655" cy="164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35174">
            <a:off x="1153523" y="3799402"/>
            <a:ext cx="1703091" cy="1201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353799" cy="660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11. </a:t>
            </a:r>
            <a:r>
              <a:rPr lang="en-US" u="sng" dirty="0" smtClean="0"/>
              <a:t>Hammers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the workshop.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/>
              <a:t>https://youtu.be/eXMXl0_8Pzk?si=I7YCGhJdRszun6AC </a:t>
            </a:r>
            <a:endParaRPr lang="en-US" dirty="0"/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smtClean="0"/>
              <a:t>Activity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3 T3 Metalwork\Tools\Hammer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052" y="452564"/>
            <a:ext cx="2311237" cy="17395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82616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Marks: 10</a:t>
            </a:r>
            <a:br>
              <a:rPr lang="en-US" sz="2700" dirty="0" smtClean="0"/>
            </a:br>
            <a:r>
              <a:rPr lang="en-US" sz="2700" dirty="0" smtClean="0"/>
              <a:t>Grade	  : Year 1 							</a:t>
            </a:r>
            <a:r>
              <a:rPr lang="en-US" sz="2700" smtClean="0"/>
              <a:t>     Time : 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 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5" name="Picture 4" descr="C:\Users\Dr. MP Mazibuko\Documents\2018 PRO PRACTICUM MASTER\5 Handbook\Metalwork\Y1 Metalwork\Identify tools\Tin-snip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8" y="4851634"/>
            <a:ext cx="1777286" cy="117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ompasso Groz 8’’ 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52136" y="2979780"/>
            <a:ext cx="1481249" cy="9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C:\Users\Dr. MP Mazibuko\Documents\2018 PRO PRACTICUM MASTER\5 Handbook\Metalwork\Y1 Metalwork\Identify tools\Scriber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60" y="2846140"/>
            <a:ext cx="1767760" cy="1175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57710" y="4851634"/>
            <a:ext cx="1522921" cy="1158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		(10) </a:t>
            </a:r>
            <a:endParaRPr lang="en-US" dirty="0"/>
          </a:p>
        </p:txBody>
      </p:sp>
      <p:pic>
        <p:nvPicPr>
          <p:cNvPr id="4" name="Picture 3" descr="C:\Users\Dr. MP Mazibuko\Documents\2018 PRO PRACTICUM MASTER\5 Handbook\Metalwork\Y1 Metalwork\Identify tools\Fil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696" y="-39384"/>
            <a:ext cx="1481248" cy="105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Image result for ruler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855" y="357778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Image result for measuring tape for woodworkin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0801" y="1798197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47" y="1798197"/>
            <a:ext cx="2588654" cy="888642"/>
          </a:xfrm>
          <a:prstGeom prst="rect">
            <a:avLst/>
          </a:prstGeom>
          <a:noFill/>
        </p:spPr>
      </p:pic>
      <p:pic>
        <p:nvPicPr>
          <p:cNvPr id="9" name="Picture 8" descr="C:\Users\Dr. MP Mazibuko\Documents\2018 PRO PRACTICUM MASTER\5 Handbook\Metalwork\Y3 T3 Metalwork\Tools\Centre punch.jp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55" y="3642380"/>
            <a:ext cx="1841679" cy="897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535" y="3642380"/>
            <a:ext cx="2215166" cy="1085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320</TotalTime>
  <Words>189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Marks: 10 Grade   : Year 1             Time : 30 mins Date     :   /  / 2024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71</cp:revision>
  <cp:lastPrinted>2022-08-31T08:15:20Z</cp:lastPrinted>
  <dcterms:created xsi:type="dcterms:W3CDTF">2022-08-25T11:18:17Z</dcterms:created>
  <dcterms:modified xsi:type="dcterms:W3CDTF">2024-01-16T17:12:56Z</dcterms:modified>
</cp:coreProperties>
</file>