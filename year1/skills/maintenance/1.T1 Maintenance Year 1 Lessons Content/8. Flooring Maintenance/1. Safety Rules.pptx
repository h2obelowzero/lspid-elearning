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3" r:id="rId3"/>
    <p:sldId id="2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Flooring Maintenance</a:t>
            </a: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u="sng" dirty="0">
                <a:solidFill>
                  <a:schemeClr val="tx1"/>
                </a:solidFill>
              </a:rPr>
              <a:t>Video</a:t>
            </a:r>
            <a:r>
              <a:rPr lang="en-US" sz="2400" dirty="0">
                <a:solidFill>
                  <a:schemeClr val="tx1"/>
                </a:solidFill>
              </a:rPr>
              <a:t> : </a:t>
            </a:r>
            <a:r>
              <a:rPr lang="en-US" sz="2400" u="sng" dirty="0">
                <a:solidFill>
                  <a:schemeClr val="tx1"/>
                </a:solidFill>
              </a:rPr>
              <a:t>Introduction to </a:t>
            </a:r>
            <a:r>
              <a:rPr lang="en-US" sz="2400" u="sng" dirty="0" smtClean="0">
                <a:solidFill>
                  <a:schemeClr val="tx1"/>
                </a:solidFill>
              </a:rPr>
              <a:t>Flooring</a:t>
            </a:r>
          </a:p>
          <a:p>
            <a:pPr marL="0" indent="0">
              <a:buNone/>
            </a:pPr>
            <a:r>
              <a:rPr lang="en-US" sz="2400" u="sng" dirty="0">
                <a:solidFill>
                  <a:schemeClr val="tx1"/>
                </a:solidFill>
              </a:rPr>
              <a:t>https://youtu.be/-JtZY5o0U5M?si=E4OrR60QHnNX9Jjl</a:t>
            </a:r>
          </a:p>
          <a:p>
            <a:pPr marL="0" indent="0">
              <a:buNone/>
            </a:pPr>
            <a:endParaRPr lang="en-US" sz="32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23" y="903595"/>
            <a:ext cx="6907297" cy="437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7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59315"/>
          </a:xfrm>
        </p:spPr>
        <p:txBody>
          <a:bodyPr>
            <a:normAutofit/>
          </a:bodyPr>
          <a:lstStyle/>
          <a:p>
            <a:pPr algn="ctr"/>
            <a:r>
              <a:rPr lang="en-US" sz="4400" b="1" u="sng" dirty="0" smtClean="0"/>
              <a:t>Flooring Maintenance</a:t>
            </a:r>
            <a:endParaRPr lang="en-US" sz="44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80501"/>
            <a:ext cx="12192000" cy="5877499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/>
              <a:t>S</a:t>
            </a:r>
            <a:r>
              <a:rPr lang="en-US" sz="2000" b="1" u="sng" dirty="0" smtClean="0"/>
              <a:t>afety in flooring.</a:t>
            </a:r>
          </a:p>
          <a:p>
            <a:pPr algn="l"/>
            <a:r>
              <a:rPr lang="en-US" b="1" dirty="0" smtClean="0"/>
              <a:t>1. Conduct a </a:t>
            </a:r>
            <a:r>
              <a:rPr lang="en-US" b="1" u="sng" dirty="0" smtClean="0"/>
              <a:t>floor</a:t>
            </a:r>
            <a:r>
              <a:rPr lang="en-US" b="1" dirty="0" smtClean="0"/>
              <a:t> and </a:t>
            </a:r>
            <a:r>
              <a:rPr lang="en-US" b="1" u="sng" dirty="0" smtClean="0"/>
              <a:t>walkways</a:t>
            </a:r>
            <a:r>
              <a:rPr lang="en-US" b="1" dirty="0" smtClean="0"/>
              <a:t> audit.</a:t>
            </a:r>
          </a:p>
          <a:p>
            <a:pPr algn="l"/>
            <a:r>
              <a:rPr lang="en-US" b="1" dirty="0" smtClean="0"/>
              <a:t>2. </a:t>
            </a:r>
            <a:r>
              <a:rPr lang="en-US" b="1" u="sng" dirty="0" smtClean="0"/>
              <a:t>Wipe</a:t>
            </a:r>
            <a:r>
              <a:rPr lang="en-US" b="1" dirty="0" smtClean="0"/>
              <a:t> and </a:t>
            </a:r>
            <a:r>
              <a:rPr lang="en-US" b="1" u="sng" dirty="0" smtClean="0"/>
              <a:t>organize</a:t>
            </a:r>
            <a:r>
              <a:rPr lang="en-US" b="1" dirty="0" smtClean="0"/>
              <a:t> work areas.</a:t>
            </a:r>
          </a:p>
          <a:p>
            <a:pPr algn="l"/>
            <a:r>
              <a:rPr lang="en-US" b="1" dirty="0" smtClean="0"/>
              <a:t>3. </a:t>
            </a:r>
            <a:r>
              <a:rPr lang="en-US" b="1" u="sng" dirty="0" smtClean="0"/>
              <a:t>Repair</a:t>
            </a:r>
            <a:r>
              <a:rPr lang="en-US" b="1" dirty="0" smtClean="0"/>
              <a:t> problem areas.</a:t>
            </a:r>
          </a:p>
          <a:p>
            <a:pPr algn="l"/>
            <a:r>
              <a:rPr lang="en-US" b="1" dirty="0" smtClean="0"/>
              <a:t>4. Create floor </a:t>
            </a:r>
            <a:r>
              <a:rPr lang="en-US" b="1" u="sng" dirty="0" smtClean="0"/>
              <a:t>cleaning</a:t>
            </a:r>
            <a:r>
              <a:rPr lang="en-US" b="1" dirty="0" smtClean="0"/>
              <a:t> and </a:t>
            </a:r>
            <a:r>
              <a:rPr lang="en-US" b="1" u="sng" dirty="0" smtClean="0"/>
              <a:t>maintenanc</a:t>
            </a:r>
            <a:r>
              <a:rPr lang="en-US" b="1" dirty="0" smtClean="0"/>
              <a:t>e procedures</a:t>
            </a:r>
          </a:p>
          <a:p>
            <a:pPr algn="l"/>
            <a:r>
              <a:rPr lang="en-US" b="1" dirty="0" smtClean="0"/>
              <a:t>5. Establish </a:t>
            </a:r>
            <a:r>
              <a:rPr lang="en-US" b="1" u="sng" dirty="0" smtClean="0"/>
              <a:t>foot-wear</a:t>
            </a:r>
            <a:r>
              <a:rPr lang="en-US" b="1" dirty="0" smtClean="0"/>
              <a:t> guidelines.</a:t>
            </a:r>
          </a:p>
          <a:p>
            <a:pPr algn="l"/>
            <a:r>
              <a:rPr lang="en-US" b="1" dirty="0" smtClean="0"/>
              <a:t>6. Implement </a:t>
            </a:r>
            <a:r>
              <a:rPr lang="en-US" b="1" u="sng" dirty="0" smtClean="0"/>
              <a:t>slip</a:t>
            </a:r>
            <a:r>
              <a:rPr lang="en-US" b="1" dirty="0" smtClean="0"/>
              <a:t>, </a:t>
            </a:r>
            <a:r>
              <a:rPr lang="en-US" b="1" u="sng" dirty="0" smtClean="0"/>
              <a:t>trip</a:t>
            </a:r>
            <a:r>
              <a:rPr lang="en-US" b="1" dirty="0" smtClean="0"/>
              <a:t> and </a:t>
            </a:r>
            <a:r>
              <a:rPr lang="en-US" b="1" u="sng" dirty="0" smtClean="0"/>
              <a:t>fall</a:t>
            </a:r>
            <a:r>
              <a:rPr lang="en-US" b="1" dirty="0" smtClean="0"/>
              <a:t> prevention control.</a:t>
            </a:r>
          </a:p>
          <a:p>
            <a:pPr algn="l"/>
            <a:r>
              <a:rPr lang="en-US" b="1" dirty="0" smtClean="0"/>
              <a:t>7. Use </a:t>
            </a:r>
            <a:r>
              <a:rPr lang="en-US" b="1" u="sng" dirty="0" smtClean="0"/>
              <a:t>containment</a:t>
            </a:r>
            <a:r>
              <a:rPr lang="en-US" b="1" dirty="0" smtClean="0"/>
              <a:t> and </a:t>
            </a:r>
            <a:r>
              <a:rPr lang="en-US" b="1" u="sng" dirty="0" smtClean="0"/>
              <a:t>absorbents</a:t>
            </a:r>
            <a:r>
              <a:rPr lang="en-US" b="1" dirty="0" smtClean="0"/>
              <a:t> in areas wit regular leaks and drips.</a:t>
            </a:r>
          </a:p>
          <a:p>
            <a:pPr algn="l"/>
            <a:r>
              <a:rPr lang="en-US" b="1" dirty="0" smtClean="0"/>
              <a:t>8. Prepare for </a:t>
            </a:r>
            <a:r>
              <a:rPr lang="en-US" b="1" u="sng" dirty="0" smtClean="0"/>
              <a:t>spills</a:t>
            </a:r>
            <a:r>
              <a:rPr lang="en-US" b="1" dirty="0" smtClean="0"/>
              <a:t>.</a:t>
            </a:r>
          </a:p>
          <a:p>
            <a:pPr algn="l"/>
            <a:r>
              <a:rPr lang="en-US" b="1" dirty="0" smtClean="0"/>
              <a:t>9. Use appropriate </a:t>
            </a:r>
            <a:r>
              <a:rPr lang="en-US" b="1" u="sng" dirty="0" smtClean="0"/>
              <a:t>signage</a:t>
            </a:r>
            <a:r>
              <a:rPr lang="en-US" b="1" dirty="0" smtClean="0"/>
              <a:t>, </a:t>
            </a:r>
            <a:r>
              <a:rPr lang="en-US" b="1" u="sng" dirty="0" smtClean="0"/>
              <a:t>barricades</a:t>
            </a:r>
            <a:r>
              <a:rPr lang="en-US" b="1" dirty="0" smtClean="0"/>
              <a:t> and </a:t>
            </a:r>
            <a:r>
              <a:rPr lang="en-US" b="1" u="sng" dirty="0" smtClean="0"/>
              <a:t>lightning</a:t>
            </a:r>
            <a:r>
              <a:rPr lang="en-US" b="1" dirty="0" smtClean="0"/>
              <a:t>.</a:t>
            </a:r>
          </a:p>
          <a:p>
            <a:pPr algn="l"/>
            <a:r>
              <a:rPr lang="en-US" b="1" dirty="0" smtClean="0"/>
              <a:t>10. All learners must trained about floor </a:t>
            </a:r>
            <a:r>
              <a:rPr lang="en-US" b="1" u="sng" dirty="0" smtClean="0"/>
              <a:t>safety</a:t>
            </a:r>
            <a:r>
              <a:rPr lang="en-US" b="1" dirty="0" smtClean="0"/>
              <a:t>.</a:t>
            </a:r>
          </a:p>
          <a:p>
            <a:pPr algn="l"/>
            <a:r>
              <a:rPr lang="en-US" sz="2800" b="1" u="sng" dirty="0" smtClean="0">
                <a:solidFill>
                  <a:schemeClr val="accent1"/>
                </a:solidFill>
              </a:rPr>
              <a:t>Video</a:t>
            </a:r>
            <a:r>
              <a:rPr lang="en-US" sz="2800" b="1" dirty="0" smtClean="0">
                <a:solidFill>
                  <a:schemeClr val="accent1"/>
                </a:solidFill>
              </a:rPr>
              <a:t> :</a:t>
            </a:r>
          </a:p>
          <a:p>
            <a:pPr algn="l"/>
            <a:r>
              <a:rPr lang="en-US" b="1" dirty="0"/>
              <a:t>https://youtu.be/0jQFmiWHWNE?si=VqWNmc4Nxj5aTGd0</a:t>
            </a:r>
            <a:endParaRPr lang="en-US" b="1" dirty="0" smtClean="0"/>
          </a:p>
          <a:p>
            <a:pPr algn="l"/>
            <a:r>
              <a:rPr lang="en-US" b="1" u="sng" dirty="0" smtClean="0"/>
              <a:t>Feedback</a:t>
            </a:r>
            <a:r>
              <a:rPr lang="en-US" b="1" dirty="0" smtClean="0"/>
              <a:t> : Activity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196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95758"/>
            <a:ext cx="12192000" cy="109392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/>
              <a:t>Kwa Thema Skills School</a:t>
            </a:r>
            <a:br>
              <a:rPr lang="en-US" sz="4000" dirty="0"/>
            </a:br>
            <a:r>
              <a:rPr lang="en-US" sz="2000" dirty="0" smtClean="0"/>
              <a:t>Subject  	: Maintenance     						    				</a:t>
            </a:r>
            <a:r>
              <a:rPr lang="en-US" sz="2000" smtClean="0"/>
              <a:t>Marks </a:t>
            </a:r>
            <a:r>
              <a:rPr lang="en-US" sz="2000" smtClean="0"/>
              <a:t>: 10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Grade</a:t>
            </a:r>
            <a:r>
              <a:rPr lang="en-US" sz="2000" dirty="0"/>
              <a:t> </a:t>
            </a:r>
            <a:r>
              <a:rPr lang="en-US" sz="2000" dirty="0" smtClean="0"/>
              <a:t>   	: Year 1   						                                 Time </a:t>
            </a:r>
            <a:r>
              <a:rPr lang="en-US" sz="2000" dirty="0" smtClean="0"/>
              <a:t>  : 30 mins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smtClean="0"/>
              <a:t>Date      </a:t>
            </a:r>
            <a:r>
              <a:rPr lang="en-US" sz="2000" smtClean="0"/>
              <a:t> :   /  / 2024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124970"/>
              </p:ext>
            </p:extLst>
          </p:nvPr>
        </p:nvGraphicFramePr>
        <p:xfrm>
          <a:off x="-1" y="1471825"/>
          <a:ext cx="12192001" cy="69571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92001"/>
              </a:tblGrid>
              <a:tr h="6279422">
                <a:tc>
                  <a:txBody>
                    <a:bodyPr/>
                    <a:lstStyle/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u="sng" dirty="0" smtClean="0">
                          <a:solidFill>
                            <a:schemeClr val="tx1"/>
                          </a:solidFill>
                          <a:effectLst/>
                        </a:rPr>
                        <a:t>Question :</a:t>
                      </a:r>
                      <a:r>
                        <a:rPr lang="en-US" sz="2000" u="sng" baseline="0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</a:rPr>
                        <a:t>                       </a:t>
                      </a:r>
                      <a:r>
                        <a:rPr lang="en-US" sz="2000" u="sng" baseline="0" dirty="0" smtClean="0">
                          <a:solidFill>
                            <a:schemeClr val="tx1"/>
                          </a:solidFill>
                          <a:effectLst/>
                        </a:rPr>
                        <a:t>Safety rules</a:t>
                      </a:r>
                    </a:p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baseline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</a:rPr>
                        <a:t>1. State whether the following statements are </a:t>
                      </a:r>
                      <a:r>
                        <a:rPr lang="en-US" sz="2000" u="sng" baseline="0" dirty="0" smtClean="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</a:rPr>
                        <a:t> or </a:t>
                      </a:r>
                      <a:r>
                        <a:rPr lang="en-US" sz="2000" u="sng" baseline="0" dirty="0" smtClean="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100" u="sng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   1.1</a:t>
                      </a: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. Implement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slip, trip and fall prevention control.</a:t>
                      </a: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________</a:t>
                      </a:r>
                      <a:endParaRPr lang="en-US" sz="18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  1.2.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Wipe and organise work areas. _________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  1.3.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Conduct a floor and walkways audit. ________</a:t>
                      </a:r>
                      <a:endParaRPr lang="en-US" sz="1800" baseline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  1.4. Use containment and absorbents in areas with regular leaks and drips. ________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  1.5. Establish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footwear guidelines. _______</a:t>
                      </a:r>
                      <a:endParaRPr lang="en-US" sz="18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   1.6.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Use appropriate signage, barricades and lightning. ________</a:t>
                      </a:r>
                      <a:endParaRPr lang="en-ZA" sz="18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  1.7. All learners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must be trained about floor safety.</a:t>
                      </a: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_________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  1.8.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Repair problem areas. __________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  1.9. Prepare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for spills.</a:t>
                      </a: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___________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solidFill>
                            <a:schemeClr val="tx1"/>
                          </a:solidFill>
                          <a:effectLst/>
                        </a:rPr>
                        <a:t>   1.10.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Use protective equipments for </a:t>
                      </a:r>
                      <a:r>
                        <a:rPr lang="en-ZA" sz="1800" u="sng" baseline="0" dirty="0" smtClean="0">
                          <a:solidFill>
                            <a:schemeClr val="tx1"/>
                          </a:solidFill>
                          <a:effectLst/>
                        </a:rPr>
                        <a:t>eyes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ZA" sz="1800" u="sng" baseline="0" dirty="0" smtClean="0">
                          <a:solidFill>
                            <a:schemeClr val="tx1"/>
                          </a:solidFill>
                          <a:effectLst/>
                        </a:rPr>
                        <a:t>skin</a:t>
                      </a:r>
                      <a:r>
                        <a:rPr lang="en-ZA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and ____________.</a:t>
                      </a:r>
                      <a:endParaRPr lang="en-US" sz="18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 smtClean="0">
                          <a:effectLst/>
                        </a:rPr>
                        <a:t> 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 smtClean="0">
                          <a:effectLst/>
                        </a:rPr>
                        <a:t>                                                                                                     (10)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  <a:tr h="21986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  <a:tr h="21986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65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477</TotalTime>
  <Words>242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Flooring Maintenance</vt:lpstr>
      <vt:lpstr> Kwa Thema Skills School Subject   : Maintenance                   Marks : 10 Grade     : Year 1                                          Time   : 30 mins Date       :   /  / 2024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94</cp:revision>
  <dcterms:created xsi:type="dcterms:W3CDTF">2022-08-25T11:18:17Z</dcterms:created>
  <dcterms:modified xsi:type="dcterms:W3CDTF">2024-01-16T17:24:48Z</dcterms:modified>
</cp:coreProperties>
</file>