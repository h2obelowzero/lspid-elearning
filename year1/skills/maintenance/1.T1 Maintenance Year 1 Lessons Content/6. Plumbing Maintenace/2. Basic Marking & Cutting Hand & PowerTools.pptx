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66" r:id="rId7"/>
    <p:sldId id="271" r:id="rId8"/>
    <p:sldId id="269" r:id="rId9"/>
    <p:sldId id="270" r:id="rId10"/>
    <p:sldId id="272" r:id="rId11"/>
    <p:sldId id="273" r:id="rId12"/>
    <p:sldId id="274" r:id="rId13"/>
    <p:sldId id="275" r:id="rId14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755337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01521"/>
            <a:ext cx="11353799" cy="59564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</a:t>
            </a:r>
            <a:r>
              <a:rPr lang="en-US" u="sng" dirty="0" smtClean="0"/>
              <a:t>Water pumps pliers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removing</a:t>
            </a:r>
            <a:r>
              <a:rPr lang="en-US" dirty="0" smtClean="0"/>
              <a:t> and </a:t>
            </a:r>
            <a:r>
              <a:rPr lang="en-US" u="sng" dirty="0" smtClean="0"/>
              <a:t>replacing</a:t>
            </a:r>
            <a:r>
              <a:rPr lang="en-US" dirty="0" smtClean="0"/>
              <a:t> clamps.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</a:t>
            </a:r>
            <a:r>
              <a:rPr lang="en-US" u="sng" dirty="0" smtClean="0"/>
              <a:t>Spanners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for </a:t>
            </a:r>
            <a:r>
              <a:rPr lang="en-US" u="sng" dirty="0" smtClean="0"/>
              <a:t>fastening</a:t>
            </a:r>
            <a:r>
              <a:rPr lang="en-US" dirty="0" smtClean="0"/>
              <a:t> and </a:t>
            </a:r>
            <a:r>
              <a:rPr lang="en-US" u="sng" dirty="0" smtClean="0"/>
              <a:t>loosing</a:t>
            </a:r>
            <a:r>
              <a:rPr lang="en-US" dirty="0" smtClean="0"/>
              <a:t> bolts and nuts.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39" y="1425038"/>
            <a:ext cx="2614788" cy="13913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68" y="4378817"/>
            <a:ext cx="2176530" cy="149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1228680"/>
          </a:xfrm>
        </p:spPr>
        <p:txBody>
          <a:bodyPr/>
          <a:lstStyle/>
          <a:p>
            <a:pPr algn="ctr"/>
            <a:r>
              <a:rPr lang="en-US" b="1" u="sng" dirty="0" smtClean="0"/>
              <a:t>Basic marking cutting, power and hand tools.   </a:t>
            </a:r>
            <a:r>
              <a:rPr lang="en-US" dirty="0" smtClean="0"/>
              <a:t>(</a:t>
            </a:r>
            <a:r>
              <a:rPr lang="en-US" dirty="0"/>
              <a:t>continues)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392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3.</a:t>
            </a:r>
            <a:r>
              <a:rPr lang="en-US" u="sng" dirty="0" smtClean="0"/>
              <a:t>Screwdriver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fastening</a:t>
            </a:r>
            <a:r>
              <a:rPr lang="en-US" dirty="0" smtClean="0"/>
              <a:t> and </a:t>
            </a:r>
            <a:r>
              <a:rPr lang="en-US" u="sng" dirty="0" smtClean="0"/>
              <a:t>loosing</a:t>
            </a:r>
            <a:r>
              <a:rPr lang="en-US" dirty="0" smtClean="0"/>
              <a:t> screws.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 smtClean="0"/>
              <a:t>Hammer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881924"/>
            <a:ext cx="2669416" cy="13362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99" y="4331324"/>
            <a:ext cx="2137892" cy="141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4" y="236336"/>
            <a:ext cx="11669377" cy="1325563"/>
          </a:xfrm>
        </p:spPr>
        <p:txBody>
          <a:bodyPr/>
          <a:lstStyle/>
          <a:p>
            <a:r>
              <a:rPr lang="en-US" b="1" u="sng" dirty="0" smtClean="0"/>
              <a:t>Basic marking cutting hand tools. </a:t>
            </a:r>
            <a:r>
              <a:rPr lang="en-US" dirty="0"/>
              <a:t>(</a:t>
            </a:r>
            <a:r>
              <a:rPr lang="en-US" dirty="0" smtClean="0"/>
              <a:t>cont..)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41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5.</a:t>
            </a:r>
            <a:r>
              <a:rPr lang="en-US" sz="2000" u="sng" dirty="0" smtClean="0"/>
              <a:t>Hacksaw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cutting </a:t>
            </a:r>
            <a:r>
              <a:rPr lang="en-US" sz="2000" dirty="0" smtClean="0"/>
              <a:t>pipes.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6.</a:t>
            </a:r>
            <a:r>
              <a:rPr lang="en-US" sz="2000" u="sng" dirty="0" smtClean="0"/>
              <a:t>Shifter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sz="2000" dirty="0" smtClean="0"/>
              <a:t>- It is used for </a:t>
            </a:r>
            <a:r>
              <a:rPr lang="en-US" sz="2000" u="sng" dirty="0" smtClean="0"/>
              <a:t>fastening</a:t>
            </a:r>
            <a:r>
              <a:rPr lang="en-US" sz="2000" dirty="0" smtClean="0"/>
              <a:t> and </a:t>
            </a:r>
            <a:r>
              <a:rPr lang="en-US" sz="2000" u="sng" dirty="0" smtClean="0"/>
              <a:t>loosening</a:t>
            </a:r>
            <a:r>
              <a:rPr lang="en-US" sz="2000" dirty="0" smtClean="0"/>
              <a:t> of bolts and nuts.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054808">
            <a:off x="403507" y="1695173"/>
            <a:ext cx="2056302" cy="1373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264740" flipV="1">
            <a:off x="913692" y="4406458"/>
            <a:ext cx="1734581" cy="157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43" y="93361"/>
            <a:ext cx="11709579" cy="1325563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r>
              <a:rPr lang="en-US" dirty="0"/>
              <a:t> (</a:t>
            </a:r>
            <a:r>
              <a:rPr lang="en-US" dirty="0" smtClean="0"/>
              <a:t>cont..)</a:t>
            </a:r>
            <a:r>
              <a:rPr lang="en-US" b="1" u="sng" dirty="0" smtClean="0"/>
              <a:t>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56142"/>
            <a:ext cx="11198136" cy="55636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7.</a:t>
            </a:r>
            <a:r>
              <a:rPr lang="en-US" u="sng" dirty="0" smtClean="0"/>
              <a:t>Pipe wrench / Bob Jones</a:t>
            </a:r>
          </a:p>
          <a:p>
            <a:pPr marL="0" indent="0">
              <a:buNone/>
            </a:pPr>
            <a:r>
              <a:rPr lang="en-US" dirty="0" smtClean="0"/>
              <a:t>                          </a:t>
            </a:r>
          </a:p>
          <a:p>
            <a:pPr marL="0" indent="0">
              <a:buNone/>
            </a:pPr>
            <a:r>
              <a:rPr lang="en-US" dirty="0" smtClean="0"/>
              <a:t>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</a:t>
            </a:r>
            <a:r>
              <a:rPr lang="en-US" dirty="0"/>
              <a:t>is </a:t>
            </a:r>
            <a:r>
              <a:rPr lang="en-US" dirty="0" smtClean="0"/>
              <a:t>used for </a:t>
            </a:r>
            <a:r>
              <a:rPr lang="en-US" u="sng" dirty="0" smtClean="0"/>
              <a:t>fastening</a:t>
            </a:r>
            <a:r>
              <a:rPr lang="en-US" dirty="0" smtClean="0"/>
              <a:t> and </a:t>
            </a:r>
            <a:r>
              <a:rPr lang="en-US" u="sng" dirty="0" smtClean="0"/>
              <a:t>loosening </a:t>
            </a:r>
            <a:r>
              <a:rPr lang="en-US" dirty="0" smtClean="0"/>
              <a:t>of bolts, nuts and fittings.</a:t>
            </a:r>
          </a:p>
          <a:p>
            <a:pPr marL="0" indent="0">
              <a:buNone/>
            </a:pPr>
            <a:r>
              <a:rPr lang="en-US" dirty="0" smtClean="0"/>
              <a:t>8.</a:t>
            </a:r>
            <a:r>
              <a:rPr lang="en-US" u="sng" dirty="0" smtClean="0"/>
              <a:t>Chisel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as a </a:t>
            </a:r>
            <a:r>
              <a:rPr lang="en-US" u="sng" dirty="0" smtClean="0"/>
              <a:t>cutting</a:t>
            </a:r>
            <a:r>
              <a:rPr lang="en-US" dirty="0" smtClean="0"/>
              <a:t> tool..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978666"/>
            <a:ext cx="3514725" cy="13049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73900">
            <a:off x="750770" y="3275878"/>
            <a:ext cx="1884206" cy="144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911348" cy="727533"/>
          </a:xfrm>
        </p:spPr>
        <p:txBody>
          <a:bodyPr/>
          <a:lstStyle/>
          <a:p>
            <a:r>
              <a:rPr lang="en-US" b="1" u="sng" dirty="0" smtClean="0"/>
              <a:t>Basic marking cutting hand and power tools. </a:t>
            </a:r>
            <a:r>
              <a:rPr lang="en-US" dirty="0"/>
              <a:t>(</a:t>
            </a:r>
            <a:r>
              <a:rPr lang="en-US" dirty="0" smtClean="0"/>
              <a:t>cont..)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63869"/>
            <a:ext cx="10890161" cy="556699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7200" dirty="0" smtClean="0"/>
              <a:t>9.</a:t>
            </a:r>
            <a:r>
              <a:rPr lang="en-US" sz="7200" u="sng" dirty="0" smtClean="0"/>
              <a:t>Blow torch</a:t>
            </a:r>
          </a:p>
          <a:p>
            <a:pPr>
              <a:buFontTx/>
              <a:buChar char="-"/>
            </a:pPr>
            <a:endParaRPr lang="en-US" sz="7200" dirty="0" smtClean="0"/>
          </a:p>
          <a:p>
            <a:pPr>
              <a:buFontTx/>
              <a:buChar char="-"/>
            </a:pPr>
            <a:endParaRPr lang="en-US" sz="7200" dirty="0"/>
          </a:p>
          <a:p>
            <a:pPr>
              <a:buFontTx/>
              <a:buChar char="-"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- It is used for </a:t>
            </a:r>
            <a:r>
              <a:rPr lang="en-US" sz="7200" u="sng" dirty="0" smtClean="0"/>
              <a:t>heating</a:t>
            </a:r>
            <a:r>
              <a:rPr lang="en-US" sz="7200" dirty="0" smtClean="0"/>
              <a:t> of metals and pipes</a:t>
            </a:r>
          </a:p>
          <a:p>
            <a:pPr marL="0" indent="0">
              <a:buNone/>
            </a:pPr>
            <a:r>
              <a:rPr lang="en-US" sz="7200" dirty="0" smtClean="0"/>
              <a:t>10. </a:t>
            </a:r>
            <a:r>
              <a:rPr lang="en-US" sz="7200" u="sng" dirty="0" smtClean="0"/>
              <a:t>Pipe cutter </a:t>
            </a:r>
          </a:p>
          <a:p>
            <a:pPr marL="0" indent="0">
              <a:buNone/>
            </a:pPr>
            <a:endParaRPr lang="en-US" sz="7200" u="sng" dirty="0"/>
          </a:p>
          <a:p>
            <a:pPr marL="0" indent="0">
              <a:buNone/>
            </a:pPr>
            <a:endParaRPr lang="en-US" sz="7200" u="sng" dirty="0" smtClean="0"/>
          </a:p>
          <a:p>
            <a:pPr marL="0" indent="0">
              <a:buNone/>
            </a:pPr>
            <a:endParaRPr lang="en-US" sz="7200" u="sng" dirty="0"/>
          </a:p>
          <a:p>
            <a:pPr marL="0" indent="0">
              <a:buNone/>
            </a:pPr>
            <a:endParaRPr lang="en-US" sz="7200" u="sng" dirty="0" smtClean="0"/>
          </a:p>
          <a:p>
            <a:pPr marL="0" indent="0">
              <a:buNone/>
            </a:pPr>
            <a:endParaRPr lang="en-US" sz="7200" dirty="0" smtClean="0"/>
          </a:p>
          <a:p>
            <a:pPr marL="0" indent="0">
              <a:buNone/>
            </a:pPr>
            <a:r>
              <a:rPr lang="en-US" sz="7200" dirty="0" smtClean="0"/>
              <a:t>- It is used </a:t>
            </a:r>
            <a:r>
              <a:rPr lang="en-US" sz="7200" u="sng" dirty="0" smtClean="0"/>
              <a:t>cutting</a:t>
            </a:r>
            <a:r>
              <a:rPr lang="en-US" sz="7200" dirty="0" smtClean="0"/>
              <a:t> pipes.</a:t>
            </a:r>
          </a:p>
          <a:p>
            <a:pPr>
              <a:buFontTx/>
              <a:buChar char="-"/>
            </a:pPr>
            <a:endParaRPr lang="en-US" sz="72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495534"/>
            <a:ext cx="2047741" cy="13764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4051682"/>
            <a:ext cx="2328559" cy="129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and hand tools</a:t>
            </a:r>
            <a:r>
              <a:rPr lang="en-US" b="1" dirty="0" smtClean="0"/>
              <a:t>. </a:t>
            </a:r>
            <a:r>
              <a:rPr lang="en-US" dirty="0" smtClean="0"/>
              <a:t>(continues)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16676"/>
            <a:ext cx="11353799" cy="5537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11.</a:t>
            </a:r>
            <a:r>
              <a:rPr lang="en-US" u="sng" dirty="0" smtClean="0"/>
              <a:t>Hand drill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It is used for </a:t>
            </a:r>
            <a:r>
              <a:rPr lang="en-US" u="sng" dirty="0" smtClean="0"/>
              <a:t>drilling</a:t>
            </a:r>
            <a:r>
              <a:rPr lang="en-US" dirty="0" smtClean="0"/>
              <a:t> of materials.</a:t>
            </a:r>
          </a:p>
          <a:p>
            <a:pPr marL="0" indent="0">
              <a:buNone/>
            </a:pPr>
            <a:r>
              <a:rPr lang="en-US" dirty="0" smtClean="0"/>
              <a:t>12.</a:t>
            </a:r>
            <a:r>
              <a:rPr lang="en-US" u="sng" dirty="0" smtClean="0"/>
              <a:t>Angle grinder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cutting</a:t>
            </a:r>
            <a:r>
              <a:rPr lang="en-US" dirty="0" smtClean="0"/>
              <a:t> and </a:t>
            </a:r>
            <a:r>
              <a:rPr lang="en-US" u="sng" dirty="0" smtClean="0"/>
              <a:t>grinding</a:t>
            </a:r>
            <a:r>
              <a:rPr lang="en-US" dirty="0" smtClean="0"/>
              <a:t> of materials.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" y="1867346"/>
            <a:ext cx="2498504" cy="15969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5" y="4375789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1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37"/>
            <a:ext cx="11353799" cy="6598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13. </a:t>
            </a:r>
            <a:r>
              <a:rPr lang="en-US" u="sng" dirty="0" smtClean="0"/>
              <a:t>Pipe brush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cleaning</a:t>
            </a:r>
            <a:r>
              <a:rPr lang="en-US" dirty="0" smtClean="0"/>
              <a:t> of oxide films.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u="sng" dirty="0" smtClean="0">
                <a:solidFill>
                  <a:schemeClr val="accent1"/>
                </a:solidFill>
              </a:rPr>
              <a:t>Video</a:t>
            </a:r>
            <a:r>
              <a:rPr lang="en-US" dirty="0" smtClean="0">
                <a:solidFill>
                  <a:schemeClr val="accent1"/>
                </a:solidFill>
              </a:rPr>
              <a:t> :  </a:t>
            </a:r>
          </a:p>
          <a:p>
            <a:pPr marL="0" indent="0">
              <a:buNone/>
            </a:pPr>
            <a:r>
              <a:rPr lang="en-US" dirty="0"/>
              <a:t>https://youtu.be/uppuvS8BShU?si=Sja9O15UfT9SGp3t</a:t>
            </a:r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: Activity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-522" t="20904" r="522" b="35884"/>
          <a:stretch/>
        </p:blipFill>
        <p:spPr>
          <a:xfrm>
            <a:off x="460375" y="577873"/>
            <a:ext cx="3585871" cy="156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186"/>
            <a:ext cx="11353800" cy="1597446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: Maintenance						        Marks : 10</a:t>
            </a:r>
            <a:br>
              <a:rPr lang="en-US" sz="2700" dirty="0" smtClean="0"/>
            </a:br>
            <a:r>
              <a:rPr lang="en-US" sz="2700" dirty="0" smtClean="0"/>
              <a:t>Grade	   : Year </a:t>
            </a:r>
            <a:r>
              <a:rPr lang="en-US" sz="2700" dirty="0"/>
              <a:t>1</a:t>
            </a:r>
            <a:r>
              <a:rPr lang="en-US" sz="2700" dirty="0" smtClean="0"/>
              <a:t>						</a:t>
            </a:r>
            <a:r>
              <a:rPr lang="en-US" sz="2700" smtClean="0"/>
              <a:t>             </a:t>
            </a:r>
            <a:r>
              <a:rPr lang="en-US" sz="2700" smtClean="0"/>
              <a:t>     Time  </a:t>
            </a:r>
            <a:r>
              <a:rPr lang="en-US" sz="2700" smtClean="0"/>
              <a:t>:  </a:t>
            </a:r>
            <a:r>
              <a:rPr lang="en-US" sz="2700" smtClean="0"/>
              <a:t>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 </a:t>
            </a:r>
            <a:r>
              <a:rPr lang="en-US" sz="2700" smtClean="0"/>
              <a:t>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u="sng" dirty="0" smtClean="0"/>
              <a:t>Question:1</a:t>
            </a:r>
          </a:p>
          <a:p>
            <a:pPr marL="0" indent="0">
              <a:buNone/>
            </a:pPr>
            <a:r>
              <a:rPr lang="en-US" sz="1600" dirty="0" smtClean="0"/>
              <a:t>1. Name the following marking and cutting hand tools.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									</a:t>
            </a: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1.__________________				                     2.______________________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									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3.___________________  </a:t>
            </a:r>
            <a:r>
              <a:rPr lang="en-US" dirty="0" smtClean="0"/>
              <a:t>				             4. ______________________</a:t>
            </a:r>
            <a:endParaRPr lang="en-US" dirty="0"/>
          </a:p>
        </p:txBody>
      </p:sp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5839863" y="4589844"/>
            <a:ext cx="1569187" cy="1191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1" y="2696806"/>
            <a:ext cx="3511600" cy="13107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682" y="2684613"/>
            <a:ext cx="2670279" cy="13351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85" y="4434174"/>
            <a:ext cx="2255716" cy="16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5. _________________  				                              6. ____________________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		</a:t>
            </a:r>
          </a:p>
          <a:p>
            <a:pPr marL="3657600" lvl="8" indent="0">
              <a:buNone/>
            </a:pPr>
            <a:r>
              <a:rPr lang="en-US" sz="1600" dirty="0" smtClean="0"/>
              <a:t>					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7. __________________ 				                             8. ___________________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/>
              <a:t>9. __________________ 				                             10. ___________________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				</a:t>
            </a:r>
            <a:r>
              <a:rPr lang="en-US" sz="2000" dirty="0" smtClean="0"/>
              <a:t>															(10) 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1" y="4069939"/>
            <a:ext cx="1893570" cy="12680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0"/>
            <a:ext cx="1628153" cy="135228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0073" y="370726"/>
            <a:ext cx="2553220" cy="8236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6900" y="4197960"/>
            <a:ext cx="1904109" cy="10119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551" y="2165496"/>
            <a:ext cx="1743478" cy="11141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1964" y="2054266"/>
            <a:ext cx="1666344" cy="110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1017431"/>
          </a:xfrm>
        </p:spPr>
        <p:txBody>
          <a:bodyPr/>
          <a:lstStyle/>
          <a:p>
            <a:r>
              <a:rPr lang="en-US" dirty="0" smtClean="0"/>
              <a:t>Measuring and Marking of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6975"/>
            <a:ext cx="12192000" cy="611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u="sng" dirty="0" smtClean="0"/>
              <a:t>1.Callipers</a:t>
            </a:r>
          </a:p>
          <a:p>
            <a:pPr marL="0" indent="0" algn="just">
              <a:buNone/>
            </a:pPr>
            <a:r>
              <a:rPr lang="en-US" dirty="0" smtClean="0"/>
              <a:t>- There are two types of callipers i.e. inside and outside callipers.</a:t>
            </a:r>
          </a:p>
          <a:p>
            <a:pPr marL="0" indent="0" algn="just">
              <a:buNone/>
            </a:pPr>
            <a:r>
              <a:rPr lang="en-US" dirty="0" smtClean="0"/>
              <a:t>- They are use to determine shorter lengths.</a:t>
            </a:r>
          </a:p>
          <a:p>
            <a:pPr marL="0" indent="0" algn="just">
              <a:buNone/>
            </a:pPr>
            <a:r>
              <a:rPr lang="en-US" u="sng" dirty="0" smtClean="0"/>
              <a:t>Outside </a:t>
            </a:r>
            <a:r>
              <a:rPr lang="en-US" u="sng" dirty="0"/>
              <a:t>C</a:t>
            </a:r>
            <a:r>
              <a:rPr lang="en-US" u="sng" dirty="0" smtClean="0"/>
              <a:t>alliper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u="sng" dirty="0" smtClean="0"/>
              <a:t>Inside Calliper</a:t>
            </a:r>
            <a:r>
              <a:rPr lang="en-US" dirty="0"/>
              <a:t>. 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AutoShape 2" descr="OUTSIDE CALIPER 300MM - Precision measuring instruments | Limi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OUTSIDE CALIPER 300MM - Precision measuring instruments | Limit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outside caliper tool from www.eis.co.z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en-US"/>
          </a:p>
        </p:txBody>
      </p:sp>
      <p:sp>
        <p:nvSpPr>
          <p:cNvPr id="7" name="AutoShape 8" descr="What is an outside caliper? - Wonkee Donkee Tools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41" y="2509688"/>
            <a:ext cx="2571017" cy="17108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926829" y="3955534"/>
            <a:ext cx="1658833" cy="239607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819812" y="4065872"/>
            <a:ext cx="1554941" cy="303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87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8596668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2.</a:t>
            </a:r>
            <a:r>
              <a:rPr lang="en-US" u="sng" dirty="0" smtClean="0"/>
              <a:t>Vernier</a:t>
            </a:r>
          </a:p>
          <a:p>
            <a:pPr marL="0" indent="0">
              <a:buNone/>
            </a:pPr>
            <a:r>
              <a:rPr lang="en-US" dirty="0" smtClean="0"/>
              <a:t>-It is used to measure lengths.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3.</a:t>
            </a:r>
            <a:r>
              <a:rPr lang="en-US" u="sng" dirty="0" smtClean="0"/>
              <a:t>Screw gauge</a:t>
            </a:r>
            <a:r>
              <a:rPr lang="en-US" dirty="0" smtClean="0"/>
              <a:t> (Micrometer)</a:t>
            </a:r>
          </a:p>
          <a:p>
            <a:pPr marL="0" indent="0">
              <a:buNone/>
            </a:pPr>
            <a:r>
              <a:rPr lang="en-US" dirty="0" smtClean="0"/>
              <a:t>-It is used to measure precise small lengths.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4.Measuring tape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r>
              <a:rPr lang="en-US" dirty="0" smtClean="0"/>
              <a:t>It is used to measure lengths.</a:t>
            </a:r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u="sng" dirty="0" smtClean="0"/>
              <a:t>Feedback</a:t>
            </a:r>
            <a:r>
              <a:rPr lang="en-US" dirty="0" smtClean="0"/>
              <a:t> : Activity</a:t>
            </a:r>
          </a:p>
          <a:p>
            <a:pPr>
              <a:buFontTx/>
              <a:buChar char="-"/>
            </a:pPr>
            <a:endParaRPr lang="en-US" dirty="0"/>
          </a:p>
        </p:txBody>
      </p:sp>
      <p:pic>
        <p:nvPicPr>
          <p:cNvPr id="4" name="Picture 3" descr="Image result for measuring tape for woodworkin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5543" y="5182159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921" y="2773760"/>
            <a:ext cx="1182286" cy="11822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770" y="844102"/>
            <a:ext cx="1723275" cy="108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0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059613" cy="6857999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accent1"/>
                </a:solidFill>
              </a:rPr>
              <a:t>Kwa </a:t>
            </a:r>
            <a:r>
              <a:rPr lang="en-US" sz="1400" dirty="0">
                <a:solidFill>
                  <a:schemeClr val="accent1"/>
                </a:solidFill>
              </a:rPr>
              <a:t>Thema Skills School</a:t>
            </a:r>
            <a:r>
              <a:rPr lang="en-US" sz="1200" dirty="0">
                <a:solidFill>
                  <a:schemeClr val="accent1"/>
                </a:solidFill>
              </a:rPr>
              <a:t/>
            </a:r>
            <a:br>
              <a:rPr lang="en-US" sz="1200" dirty="0">
                <a:solidFill>
                  <a:schemeClr val="accent1"/>
                </a:solidFill>
              </a:rPr>
            </a:br>
            <a:r>
              <a:rPr lang="en-US" sz="1200" dirty="0">
                <a:solidFill>
                  <a:schemeClr val="accent1"/>
                </a:solidFill>
              </a:rPr>
              <a:t>Subject  </a:t>
            </a:r>
            <a:r>
              <a:rPr lang="en-US" sz="1200" dirty="0" smtClean="0">
                <a:solidFill>
                  <a:schemeClr val="accent1"/>
                </a:solidFill>
              </a:rPr>
              <a:t>  : </a:t>
            </a:r>
            <a:r>
              <a:rPr lang="en-US" sz="1200" dirty="0">
                <a:solidFill>
                  <a:schemeClr val="accent1"/>
                </a:solidFill>
              </a:rPr>
              <a:t>Maintenance						        </a:t>
            </a:r>
            <a:r>
              <a:rPr lang="en-US" sz="1200" dirty="0" smtClean="0">
                <a:solidFill>
                  <a:schemeClr val="accent1"/>
                </a:solidFill>
              </a:rPr>
              <a:t>	                 Marks </a:t>
            </a:r>
            <a:r>
              <a:rPr lang="en-US" sz="1200" dirty="0">
                <a:solidFill>
                  <a:schemeClr val="accent1"/>
                </a:solidFill>
              </a:rPr>
              <a:t>: 10</a:t>
            </a:r>
            <a:br>
              <a:rPr lang="en-US" sz="1200" dirty="0">
                <a:solidFill>
                  <a:schemeClr val="accent1"/>
                </a:solidFill>
              </a:rPr>
            </a:br>
            <a:r>
              <a:rPr lang="en-US" sz="1200" dirty="0">
                <a:solidFill>
                  <a:schemeClr val="accent1"/>
                </a:solidFill>
              </a:rPr>
              <a:t>Grade	</a:t>
            </a:r>
            <a:r>
              <a:rPr lang="en-US" sz="1200" dirty="0" smtClean="0">
                <a:solidFill>
                  <a:schemeClr val="accent1"/>
                </a:solidFill>
              </a:rPr>
              <a:t>     : </a:t>
            </a:r>
            <a:r>
              <a:rPr lang="en-US" sz="1200" dirty="0">
                <a:solidFill>
                  <a:schemeClr val="accent1"/>
                </a:solidFill>
              </a:rPr>
              <a:t>Year 1						             </a:t>
            </a:r>
            <a:r>
              <a:rPr lang="en-US" sz="1200" dirty="0" smtClean="0">
                <a:solidFill>
                  <a:schemeClr val="accent1"/>
                </a:solidFill>
              </a:rPr>
              <a:t>		       Time  </a:t>
            </a:r>
            <a:r>
              <a:rPr lang="en-US" sz="1200" dirty="0">
                <a:solidFill>
                  <a:schemeClr val="accent1"/>
                </a:solidFill>
              </a:rPr>
              <a:t>:  30mins</a:t>
            </a:r>
            <a:br>
              <a:rPr lang="en-US" sz="1200" dirty="0">
                <a:solidFill>
                  <a:schemeClr val="accent1"/>
                </a:solidFill>
              </a:rPr>
            </a:br>
            <a:r>
              <a:rPr lang="en-US" sz="1200" dirty="0" smtClean="0">
                <a:solidFill>
                  <a:schemeClr val="accent1"/>
                </a:solidFill>
              </a:rPr>
              <a:t>Date        :   /  /2024</a:t>
            </a:r>
          </a:p>
          <a:p>
            <a:pPr marL="0" indent="0">
              <a:buNone/>
            </a:pPr>
            <a:r>
              <a:rPr lang="en-US" sz="1200" u="sng" dirty="0" smtClean="0"/>
              <a:t>Question:1</a:t>
            </a:r>
          </a:p>
          <a:p>
            <a:pPr marL="0" indent="0">
              <a:buNone/>
            </a:pPr>
            <a:r>
              <a:rPr lang="en-US" sz="1200" dirty="0" smtClean="0"/>
              <a:t>1.Name </a:t>
            </a:r>
            <a:r>
              <a:rPr lang="en-US" sz="1200" dirty="0"/>
              <a:t>the following marking and measuring hand tools and its purpose or use</a:t>
            </a:r>
            <a:r>
              <a:rPr lang="en-US" sz="1200" dirty="0" smtClean="0"/>
              <a:t>.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>
              <a:solidFill>
                <a:schemeClr val="accent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969673"/>
              </p:ext>
            </p:extLst>
          </p:nvPr>
        </p:nvGraphicFramePr>
        <p:xfrm>
          <a:off x="0" y="1520324"/>
          <a:ext cx="8714343" cy="5379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951"/>
                <a:gridCol w="2029423"/>
                <a:gridCol w="1801495"/>
                <a:gridCol w="4471474"/>
              </a:tblGrid>
              <a:tr h="47156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Picture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1"/>
                          </a:solidFill>
                        </a:rPr>
                        <a:t>Purpose or Use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33638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___________________________________</a:t>
                      </a:r>
                      <a:endParaRPr lang="en-US" dirty="0"/>
                    </a:p>
                  </a:txBody>
                  <a:tcPr/>
                </a:tc>
              </a:tr>
              <a:tr h="1005626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___________________________________</a:t>
                      </a:r>
                      <a:endParaRPr lang="en-US" dirty="0"/>
                    </a:p>
                  </a:txBody>
                  <a:tcPr/>
                </a:tc>
              </a:tr>
              <a:tr h="1180160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___________________________________</a:t>
                      </a:r>
                    </a:p>
                  </a:txBody>
                  <a:tcPr/>
                </a:tc>
              </a:tr>
              <a:tr h="861455">
                <a:tc>
                  <a:txBody>
                    <a:bodyPr/>
                    <a:lstStyle/>
                    <a:p>
                      <a:endParaRPr lang="en-US" sz="1200" dirty="0" smtClean="0"/>
                    </a:p>
                    <a:p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___________________________________</a:t>
                      </a:r>
                      <a:endParaRPr lang="en-US" dirty="0"/>
                    </a:p>
                  </a:txBody>
                  <a:tcPr/>
                </a:tc>
              </a:tr>
              <a:tr h="827058">
                <a:tc>
                  <a:txBody>
                    <a:bodyPr/>
                    <a:lstStyle/>
                    <a:p>
                      <a:endParaRPr lang="en-US" sz="1200" dirty="0" smtClean="0"/>
                    </a:p>
                    <a:p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___________________________________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47" y="3012323"/>
            <a:ext cx="1303454" cy="8333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46" y="4107896"/>
            <a:ext cx="1303455" cy="8810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46" y="2061172"/>
            <a:ext cx="1345437" cy="68892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46" y="5203469"/>
            <a:ext cx="1345437" cy="82096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753354" y="6069952"/>
            <a:ext cx="1345437" cy="78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8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9274002" cy="6041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Feedback</a:t>
            </a:r>
            <a:r>
              <a:rPr lang="en-US" sz="3600" dirty="0" smtClean="0">
                <a:solidFill>
                  <a:schemeClr val="accent1"/>
                </a:solidFill>
              </a:rPr>
              <a:t> : Activity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(Practical lesson or Project)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chemeClr val="accent1"/>
                </a:solidFill>
              </a:rPr>
              <a:t>               </a:t>
            </a:r>
            <a:r>
              <a:rPr lang="en-US" sz="3600" u="sng" dirty="0" smtClean="0">
                <a:solidFill>
                  <a:schemeClr val="accent1"/>
                </a:solidFill>
              </a:rPr>
              <a:t>Pipe Fitting</a:t>
            </a:r>
            <a:endParaRPr lang="en-US" sz="3600" u="sng" dirty="0">
              <a:solidFill>
                <a:schemeClr val="accent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692" y="2270800"/>
            <a:ext cx="4583096" cy="426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543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649</TotalTime>
  <Words>364</Words>
  <Application>Microsoft Office PowerPoint</Application>
  <PresentationFormat>Widescreen</PresentationFormat>
  <Paragraphs>219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Basic marking cutting hand tools.</vt:lpstr>
      <vt:lpstr>Basic marking cutting, power and hand tools.   (continues)</vt:lpstr>
      <vt:lpstr>Basic marking cutting hand tools. (cont..)</vt:lpstr>
      <vt:lpstr>Basic marking cutting hand tools. (cont..) </vt:lpstr>
      <vt:lpstr>Basic marking cutting hand and power tools. (cont..)</vt:lpstr>
      <vt:lpstr>Basic marking cutting and hand tools. (continues)</vt:lpstr>
      <vt:lpstr>PowerPoint Presentation</vt:lpstr>
      <vt:lpstr>Kwa Thema Skills School Subject  : Maintenance              Marks : 10 Grade    : Year 1                        Time  :  30 mins Date      :   /  / 2024</vt:lpstr>
      <vt:lpstr>PowerPoint Presentation</vt:lpstr>
      <vt:lpstr>Measuring and Marking of tools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117</cp:revision>
  <cp:lastPrinted>2022-08-31T07:07:01Z</cp:lastPrinted>
  <dcterms:created xsi:type="dcterms:W3CDTF">2022-08-25T11:18:17Z</dcterms:created>
  <dcterms:modified xsi:type="dcterms:W3CDTF">2024-01-16T17:19:13Z</dcterms:modified>
</cp:coreProperties>
</file>