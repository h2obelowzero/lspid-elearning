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2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Plumbing Maintenance</a:t>
            </a: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Video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Plumbing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https://youtu.be/wSDaqPPGeoA?si=DvYdj0EUh-B61ocm</a:t>
            </a:r>
          </a:p>
          <a:p>
            <a:pPr marL="0" indent="0">
              <a:buNone/>
            </a:pPr>
            <a:endParaRPr lang="en-US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43" y="772732"/>
            <a:ext cx="7608467" cy="41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2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Plumbing Maintenance</a:t>
            </a:r>
          </a:p>
          <a:p>
            <a:pPr marL="0" indent="0">
              <a:buNone/>
            </a:pPr>
            <a:r>
              <a:rPr lang="en-US" u="sng" dirty="0" smtClean="0"/>
              <a:t>Safety </a:t>
            </a:r>
            <a:r>
              <a:rPr lang="en-US" u="sng" dirty="0"/>
              <a:t>rules in the workshop</a:t>
            </a:r>
            <a:r>
              <a:rPr lang="en-US" dirty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Use protective equipments for </a:t>
            </a:r>
            <a:r>
              <a:rPr lang="en-US" u="sng" dirty="0" smtClean="0"/>
              <a:t>eyes</a:t>
            </a:r>
            <a:r>
              <a:rPr lang="en-US" dirty="0" smtClean="0"/>
              <a:t>, </a:t>
            </a:r>
            <a:r>
              <a:rPr lang="en-US" u="sng" dirty="0" smtClean="0"/>
              <a:t>skin</a:t>
            </a:r>
            <a:r>
              <a:rPr lang="en-US" dirty="0" smtClean="0"/>
              <a:t> and </a:t>
            </a:r>
            <a:r>
              <a:rPr lang="en-US" u="sng" dirty="0" smtClean="0"/>
              <a:t>lungs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2. Don’t forget to protect your </a:t>
            </a:r>
            <a:r>
              <a:rPr lang="en-US" u="sng" dirty="0" smtClean="0"/>
              <a:t>ears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3. Watch out for </a:t>
            </a:r>
            <a:r>
              <a:rPr lang="en-US" u="sng" dirty="0" smtClean="0"/>
              <a:t>electrical </a:t>
            </a:r>
            <a:r>
              <a:rPr lang="en-US" dirty="0" smtClean="0"/>
              <a:t>and </a:t>
            </a:r>
            <a:r>
              <a:rPr lang="en-US" u="sng" dirty="0" smtClean="0"/>
              <a:t>fire hazards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4. Use slip-resistant </a:t>
            </a:r>
            <a:r>
              <a:rPr lang="en-US" u="sng" dirty="0" smtClean="0"/>
              <a:t>boots</a:t>
            </a:r>
            <a:r>
              <a:rPr lang="en-US" dirty="0" smtClean="0"/>
              <a:t> and </a:t>
            </a:r>
            <a:r>
              <a:rPr lang="en-US" u="sng" dirty="0" smtClean="0"/>
              <a:t>mats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5. Watch out for </a:t>
            </a:r>
            <a:r>
              <a:rPr lang="en-US" u="sng" dirty="0" smtClean="0"/>
              <a:t>molds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6. Know your </a:t>
            </a:r>
            <a:r>
              <a:rPr lang="en-US" u="sng" dirty="0" smtClean="0"/>
              <a:t>chemical</a:t>
            </a:r>
            <a:r>
              <a:rPr lang="en-US" dirty="0" smtClean="0"/>
              <a:t>s.</a:t>
            </a:r>
          </a:p>
          <a:p>
            <a:pPr marL="0" indent="0">
              <a:buNone/>
            </a:pPr>
            <a:r>
              <a:rPr lang="en-US" dirty="0" smtClean="0"/>
              <a:t>7. Protect against </a:t>
            </a:r>
            <a:r>
              <a:rPr lang="en-US" u="sng" dirty="0" smtClean="0"/>
              <a:t>burns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8. Be careful where you </a:t>
            </a:r>
            <a:r>
              <a:rPr lang="en-US" u="sng" dirty="0" smtClean="0"/>
              <a:t>tea</a:t>
            </a:r>
            <a:r>
              <a:rPr lang="en-US" dirty="0" smtClean="0"/>
              <a:t> or </a:t>
            </a:r>
            <a:r>
              <a:rPr lang="en-US" u="sng" dirty="0" smtClean="0"/>
              <a:t>drink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9. Change and seal your clothes after working with </a:t>
            </a:r>
            <a:r>
              <a:rPr lang="en-US" u="sng" dirty="0" smtClean="0"/>
              <a:t>sewage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10. Wash your </a:t>
            </a:r>
            <a:r>
              <a:rPr lang="en-US" u="sng" dirty="0" smtClean="0"/>
              <a:t>hands</a:t>
            </a:r>
            <a:r>
              <a:rPr lang="en-US" dirty="0" smtClean="0"/>
              <a:t> ……A LOT.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chemeClr val="accent1"/>
                </a:solidFill>
              </a:rPr>
              <a:t>Video</a:t>
            </a:r>
            <a:r>
              <a:rPr lang="en-US" b="1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https://youtu.be/gyWrbmQp5a0?si=TctbTAyyxtFtROHI</a:t>
            </a:r>
          </a:p>
          <a:p>
            <a:pPr marL="0" indent="0">
              <a:buNone/>
            </a:pPr>
            <a:r>
              <a:rPr lang="en-US" u="sng" smtClean="0"/>
              <a:t>Feedback</a:t>
            </a:r>
            <a:r>
              <a:rPr lang="en-US" smtClean="0"/>
              <a:t> </a:t>
            </a:r>
            <a:r>
              <a:rPr lang="en-US" dirty="0" smtClean="0"/>
              <a:t>: Activity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5" y="863902"/>
            <a:ext cx="2308658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accent1"/>
                </a:solidFill>
              </a:rPr>
              <a:t>Kwa Thema Skills School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Subject  	: Maintenance     						   </a:t>
            </a:r>
            <a:r>
              <a:rPr lang="en-US" dirty="0" smtClean="0">
                <a:solidFill>
                  <a:schemeClr val="accent1"/>
                </a:solidFill>
              </a:rPr>
              <a:t>      </a:t>
            </a:r>
            <a:r>
              <a:rPr lang="en-US" dirty="0">
                <a:solidFill>
                  <a:schemeClr val="accent1"/>
                </a:solidFill>
              </a:rPr>
              <a:t>Marks :10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Grade    	: Year 1   						                </a:t>
            </a:r>
            <a:r>
              <a:rPr lang="en-US">
                <a:solidFill>
                  <a:schemeClr val="accent1"/>
                </a:solidFill>
              </a:rPr>
              <a:t>Time </a:t>
            </a:r>
            <a:r>
              <a:rPr lang="en-US" smtClean="0">
                <a:solidFill>
                  <a:schemeClr val="accent1"/>
                </a:solidFill>
              </a:rPr>
              <a:t> : 30 mins</a:t>
            </a:r>
            <a:r>
              <a:rPr lang="en-US" dirty="0">
                <a:solidFill>
                  <a:schemeClr val="accent1"/>
                </a:solidFill>
              </a:rPr>
              <a:t/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Date </a:t>
            </a:r>
            <a:r>
              <a:rPr lang="en-US" smtClean="0">
                <a:solidFill>
                  <a:schemeClr val="accent1"/>
                </a:solidFill>
              </a:rPr>
              <a:t>     </a:t>
            </a:r>
            <a:r>
              <a:rPr lang="en-US" smtClean="0">
                <a:solidFill>
                  <a:schemeClr val="accent1"/>
                </a:solidFill>
              </a:rPr>
              <a:t>:   /  / 2024</a:t>
            </a:r>
            <a:endParaRPr lang="en-US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>
                <a:solidFill>
                  <a:schemeClr val="tx1"/>
                </a:solidFill>
              </a:rPr>
              <a:t>Question </a:t>
            </a:r>
            <a:r>
              <a:rPr lang="en-US" u="sng" dirty="0">
                <a:solidFill>
                  <a:schemeClr val="tx1"/>
                </a:solidFill>
              </a:rPr>
              <a:t>:1</a:t>
            </a:r>
            <a:r>
              <a:rPr lang="en-US" dirty="0">
                <a:solidFill>
                  <a:schemeClr val="tx1"/>
                </a:solidFill>
              </a:rPr>
              <a:t>                       </a:t>
            </a:r>
            <a:r>
              <a:rPr lang="en-US" u="sng" dirty="0">
                <a:solidFill>
                  <a:schemeClr val="tx1"/>
                </a:solidFill>
              </a:rPr>
              <a:t>Safety </a:t>
            </a:r>
            <a:r>
              <a:rPr lang="en-US" u="sng" dirty="0" smtClean="0">
                <a:solidFill>
                  <a:schemeClr val="tx1"/>
                </a:solidFill>
              </a:rPr>
              <a:t>rules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 Fill </a:t>
            </a:r>
            <a:r>
              <a:rPr lang="en-US" dirty="0">
                <a:solidFill>
                  <a:schemeClr val="tx1"/>
                </a:solidFill>
              </a:rPr>
              <a:t>in the following sentences</a:t>
            </a:r>
            <a:endParaRPr lang="en-US" u="sng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1.1</a:t>
            </a:r>
            <a:r>
              <a:rPr lang="en-ZA" dirty="0">
                <a:solidFill>
                  <a:schemeClr val="tx1"/>
                </a:solidFill>
              </a:rPr>
              <a:t>. Use slip-resistant boots and 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1.2</a:t>
            </a:r>
            <a:r>
              <a:rPr lang="en-ZA" dirty="0">
                <a:solidFill>
                  <a:schemeClr val="tx1"/>
                </a:solidFill>
              </a:rPr>
              <a:t>. Protect against ________________.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1.3</a:t>
            </a:r>
            <a:r>
              <a:rPr lang="en-ZA" dirty="0">
                <a:solidFill>
                  <a:schemeClr val="tx1"/>
                </a:solidFill>
              </a:rPr>
              <a:t>. Know your _______________.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1.4</a:t>
            </a:r>
            <a:r>
              <a:rPr lang="en-US" dirty="0">
                <a:solidFill>
                  <a:schemeClr val="tx1"/>
                </a:solidFill>
              </a:rPr>
              <a:t>. Be careful where you eat or ______________</a:t>
            </a:r>
            <a:r>
              <a:rPr lang="en-ZA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1.5</a:t>
            </a:r>
            <a:r>
              <a:rPr lang="en-ZA" dirty="0">
                <a:solidFill>
                  <a:schemeClr val="tx1"/>
                </a:solidFill>
              </a:rPr>
              <a:t>. Watch out for electrical and fire 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1.6</a:t>
            </a:r>
            <a:r>
              <a:rPr lang="en-US" dirty="0">
                <a:solidFill>
                  <a:schemeClr val="tx1"/>
                </a:solidFill>
              </a:rPr>
              <a:t>. Change and seal your clothes after working with ____________</a:t>
            </a:r>
            <a:r>
              <a:rPr lang="en-ZA" dirty="0">
                <a:solidFill>
                  <a:schemeClr val="tx1"/>
                </a:solidFill>
              </a:rPr>
              <a:t>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1.7</a:t>
            </a:r>
            <a:r>
              <a:rPr lang="en-ZA" dirty="0">
                <a:solidFill>
                  <a:schemeClr val="tx1"/>
                </a:solidFill>
              </a:rPr>
              <a:t>. Wash your _________ … A LOT.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1.8</a:t>
            </a:r>
            <a:r>
              <a:rPr lang="en-ZA" dirty="0">
                <a:solidFill>
                  <a:schemeClr val="tx1"/>
                </a:solidFill>
              </a:rPr>
              <a:t>. Don’t forget to protect your 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1.9</a:t>
            </a:r>
            <a:r>
              <a:rPr lang="en-ZA" dirty="0">
                <a:solidFill>
                  <a:schemeClr val="tx1"/>
                </a:solidFill>
              </a:rPr>
              <a:t>. Watch out for _____________.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None/>
            </a:pPr>
            <a:r>
              <a:rPr lang="en-ZA" dirty="0" smtClean="0">
                <a:solidFill>
                  <a:schemeClr val="tx1"/>
                </a:solidFill>
              </a:rPr>
              <a:t>1.10</a:t>
            </a:r>
            <a:r>
              <a:rPr lang="en-ZA" dirty="0">
                <a:solidFill>
                  <a:schemeClr val="tx1"/>
                </a:solidFill>
              </a:rPr>
              <a:t>. Use protective equipments for </a:t>
            </a:r>
            <a:r>
              <a:rPr lang="en-ZA" u="sng" dirty="0">
                <a:solidFill>
                  <a:schemeClr val="tx1"/>
                </a:solidFill>
              </a:rPr>
              <a:t>eyes</a:t>
            </a:r>
            <a:r>
              <a:rPr lang="en-ZA" dirty="0">
                <a:solidFill>
                  <a:schemeClr val="tx1"/>
                </a:solidFill>
              </a:rPr>
              <a:t>, </a:t>
            </a:r>
            <a:r>
              <a:rPr lang="en-ZA" u="sng" dirty="0">
                <a:solidFill>
                  <a:schemeClr val="tx1"/>
                </a:solidFill>
              </a:rPr>
              <a:t>skin</a:t>
            </a:r>
            <a:r>
              <a:rPr lang="en-ZA" dirty="0">
                <a:solidFill>
                  <a:schemeClr val="tx1"/>
                </a:solidFill>
              </a:rPr>
              <a:t> and ____________.</a:t>
            </a:r>
            <a:endParaRPr lang="en-US" dirty="0">
              <a:solidFill>
                <a:schemeClr val="tx1"/>
              </a:solidFill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ZA" dirty="0">
                <a:solidFill>
                  <a:schemeClr val="tx1"/>
                </a:solidFill>
              </a:rPr>
              <a:t> 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564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413</TotalTime>
  <Words>119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81</cp:revision>
  <dcterms:created xsi:type="dcterms:W3CDTF">2022-08-25T11:18:17Z</dcterms:created>
  <dcterms:modified xsi:type="dcterms:W3CDTF">2024-01-16T17:18:28Z</dcterms:modified>
</cp:coreProperties>
</file>