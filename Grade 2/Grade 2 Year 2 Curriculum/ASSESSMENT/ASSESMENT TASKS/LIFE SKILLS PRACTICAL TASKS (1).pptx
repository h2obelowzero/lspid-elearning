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04251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7430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733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875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9734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5640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590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98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940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88371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5917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3561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5671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5376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0121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10857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8524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E9E616A-768A-4A7C-9808-AD89AE987407}" type="datetimeFigureOut">
              <a:rPr lang="en-ZA" smtClean="0"/>
              <a:t>2024/07/16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EB766-D715-4075-B6A1-29911732FF6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801828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FDCD3-988E-43F6-B967-4758EA57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b="1" dirty="0"/>
              <a:t>LIFE SKILLS PRACTICAL</a:t>
            </a:r>
            <a:r>
              <a:rPr lang="en-ZA" sz="9600" dirty="0"/>
              <a:t> </a:t>
            </a:r>
            <a:r>
              <a:rPr lang="en-ZA" sz="9600" b="1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51981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49EF-C3D4-4969-99B5-613AEE4B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9600" b="1" dirty="0"/>
              <a:t> </a:t>
            </a:r>
            <a:br>
              <a:rPr lang="en-ZA" sz="9600" b="1" dirty="0"/>
            </a:br>
            <a:r>
              <a:rPr lang="en-ZA" sz="9600" b="1" dirty="0"/>
              <a:t>       TRANSPORT </a:t>
            </a:r>
          </a:p>
        </p:txBody>
      </p:sp>
    </p:spTree>
    <p:extLst>
      <p:ext uri="{BB962C8B-B14F-4D97-AF65-F5344CB8AC3E}">
        <p14:creationId xmlns:p14="http://schemas.microsoft.com/office/powerpoint/2010/main" val="1767448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BAC09-0D50-45B2-96E8-20ACE9BDF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Make use of a poster with different transport pictures. Draw a graphic organizer to compare the different transportation. The following table is just a suggestion on how information can be jotted down. Pictures can also be used to compile the information. This can be done with animal, road, rail, air and water transport.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5124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8C741BEE-212E-4B69-87D7-932FC0F0C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909477"/>
              </p:ext>
            </p:extLst>
          </p:nvPr>
        </p:nvGraphicFramePr>
        <p:xfrm>
          <a:off x="291548" y="719665"/>
          <a:ext cx="9868452" cy="5962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6991">
                  <a:extLst>
                    <a:ext uri="{9D8B030D-6E8A-4147-A177-3AD203B41FA5}">
                      <a16:colId xmlns:a16="http://schemas.microsoft.com/office/drawing/2014/main" val="1588371262"/>
                    </a:ext>
                  </a:extLst>
                </a:gridCol>
                <a:gridCol w="2460487">
                  <a:extLst>
                    <a:ext uri="{9D8B030D-6E8A-4147-A177-3AD203B41FA5}">
                      <a16:colId xmlns:a16="http://schemas.microsoft.com/office/drawing/2014/main" val="1977631415"/>
                    </a:ext>
                  </a:extLst>
                </a:gridCol>
                <a:gridCol w="2460487">
                  <a:extLst>
                    <a:ext uri="{9D8B030D-6E8A-4147-A177-3AD203B41FA5}">
                      <a16:colId xmlns:a16="http://schemas.microsoft.com/office/drawing/2014/main" val="2489151962"/>
                    </a:ext>
                  </a:extLst>
                </a:gridCol>
                <a:gridCol w="2460487">
                  <a:extLst>
                    <a:ext uri="{9D8B030D-6E8A-4147-A177-3AD203B41FA5}">
                      <a16:colId xmlns:a16="http://schemas.microsoft.com/office/drawing/2014/main" val="910425079"/>
                    </a:ext>
                  </a:extLst>
                </a:gridCol>
              </a:tblGrid>
              <a:tr h="2304972">
                <a:tc>
                  <a:txBody>
                    <a:bodyPr/>
                    <a:lstStyle/>
                    <a:p>
                      <a:r>
                        <a:rPr lang="en-ZA" sz="2800" dirty="0"/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800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800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2800" dirty="0"/>
                        <a:t>Use in daily life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11391"/>
                  </a:ext>
                </a:extLst>
              </a:tr>
              <a:tr h="2382249">
                <a:tc>
                  <a:txBody>
                    <a:bodyPr/>
                    <a:lstStyle/>
                    <a:p>
                      <a:r>
                        <a:rPr lang="en-GB" sz="1800" dirty="0"/>
                        <a:t>Road transport like car, bus, taxi, motorbike, bicycle etc.</a:t>
                      </a:r>
                      <a:r>
                        <a:rPr lang="en-GB" dirty="0"/>
                        <a:t> 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What is it used for?</a:t>
                      </a:r>
                      <a:r>
                        <a:rPr lang="en-GB" dirty="0"/>
                        <a:t> Does an engine make it move? Is it used to move people and things from one place to another?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What makes it move? What materials are used to build it? What features does it have? What does it look like?</a:t>
                      </a:r>
                      <a:r>
                        <a:rPr lang="en-GB" dirty="0"/>
                        <a:t> Does an engine make it move? Is it made from metal? Does it have wheels, seats, a steering wheel, etc.</a:t>
                      </a:r>
                      <a:endParaRPr lang="en-ZA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Do most people use this transportation? How does/did it impact daily life?</a:t>
                      </a:r>
                      <a:r>
                        <a:rPr lang="en-GB" dirty="0"/>
                        <a:t> Not all people own their own transport It makes life easier People can get to places faster.</a:t>
                      </a:r>
                      <a:endParaRPr lang="en-ZA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914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75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4E942-2023-429E-A615-ABDA1D5D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52012"/>
          </a:xfrm>
        </p:spPr>
        <p:txBody>
          <a:bodyPr/>
          <a:lstStyle/>
          <a:p>
            <a:r>
              <a:rPr lang="en-ZA" dirty="0"/>
              <a:t>                </a:t>
            </a:r>
            <a:r>
              <a:rPr lang="en-ZA" sz="4400" b="1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AD0AC-5773-44F4-AAE3-3306C2A7D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66192"/>
            <a:ext cx="8946541" cy="5239090"/>
          </a:xfrm>
        </p:spPr>
        <p:txBody>
          <a:bodyPr>
            <a:normAutofit/>
          </a:bodyPr>
          <a:lstStyle/>
          <a:p>
            <a:r>
              <a:rPr lang="en-ZA" sz="2400" dirty="0"/>
              <a:t>A3 white chart</a:t>
            </a:r>
          </a:p>
          <a:p>
            <a:r>
              <a:rPr lang="en-ZA" sz="2400" dirty="0"/>
              <a:t>Scissors</a:t>
            </a:r>
          </a:p>
          <a:p>
            <a:r>
              <a:rPr lang="en-ZA" sz="2400" dirty="0"/>
              <a:t>Coloured pencils</a:t>
            </a:r>
          </a:p>
          <a:p>
            <a:r>
              <a:rPr lang="en-ZA" sz="2400" dirty="0"/>
              <a:t>Glue</a:t>
            </a:r>
          </a:p>
          <a:p>
            <a:r>
              <a:rPr lang="en-ZA" sz="2400" dirty="0"/>
              <a:t>Pencil</a:t>
            </a:r>
          </a:p>
          <a:p>
            <a:r>
              <a:rPr lang="en-ZA" sz="2400" dirty="0"/>
              <a:t>Magazines</a:t>
            </a:r>
          </a:p>
          <a:p>
            <a:r>
              <a:rPr lang="en-ZA" sz="2400" dirty="0"/>
              <a:t>Ruler</a:t>
            </a:r>
          </a:p>
          <a:p>
            <a:pPr marL="0" indent="0">
              <a:buNone/>
            </a:pP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2393921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1E39F-65DE-4C5E-B8E0-2055114C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396648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54</TotalTime>
  <Words>214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LIFE SKILLS PRACTICAL TASKS</vt:lpstr>
      <vt:lpstr>         TRANSPORT </vt:lpstr>
      <vt:lpstr>Make use of a poster with different transport pictures. Draw a graphic organizer to compare the different transportation. The following table is just a suggestion on how information can be jotted down. Pictures can also be used to compile the information. This can be done with animal, road, rail, air and water transport.</vt:lpstr>
      <vt:lpstr>PowerPoint Presentation</vt:lpstr>
      <vt:lpstr>                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SKILLS PRACTICAL TASKS</dc:title>
  <dc:creator>Student_PC</dc:creator>
  <cp:lastModifiedBy>Student_PC</cp:lastModifiedBy>
  <cp:revision>6</cp:revision>
  <dcterms:created xsi:type="dcterms:W3CDTF">2024-06-13T09:59:16Z</dcterms:created>
  <dcterms:modified xsi:type="dcterms:W3CDTF">2024-07-16T07:47:24Z</dcterms:modified>
</cp:coreProperties>
</file>