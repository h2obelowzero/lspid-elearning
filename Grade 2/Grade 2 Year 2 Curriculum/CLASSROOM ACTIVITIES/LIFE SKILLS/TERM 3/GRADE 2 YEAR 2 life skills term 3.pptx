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98" r:id="rId8"/>
    <p:sldId id="266" r:id="rId9"/>
    <p:sldId id="299" r:id="rId10"/>
    <p:sldId id="268" r:id="rId11"/>
    <p:sldId id="269" r:id="rId12"/>
    <p:sldId id="270" r:id="rId13"/>
    <p:sldId id="271" r:id="rId14"/>
    <p:sldId id="280" r:id="rId15"/>
    <p:sldId id="274" r:id="rId16"/>
    <p:sldId id="272" r:id="rId17"/>
    <p:sldId id="275" r:id="rId18"/>
    <p:sldId id="300" r:id="rId19"/>
    <p:sldId id="276" r:id="rId20"/>
    <p:sldId id="277" r:id="rId21"/>
    <p:sldId id="279" r:id="rId22"/>
    <p:sldId id="281" r:id="rId23"/>
    <p:sldId id="282" r:id="rId24"/>
    <p:sldId id="301" r:id="rId25"/>
    <p:sldId id="284" r:id="rId26"/>
    <p:sldId id="285" r:id="rId27"/>
    <p:sldId id="286" r:id="rId28"/>
    <p:sldId id="302" r:id="rId29"/>
    <p:sldId id="288" r:id="rId30"/>
    <p:sldId id="291" r:id="rId31"/>
    <p:sldId id="289" r:id="rId32"/>
    <p:sldId id="303" r:id="rId33"/>
    <p:sldId id="292" r:id="rId34"/>
    <p:sldId id="304" r:id="rId35"/>
    <p:sldId id="294" r:id="rId36"/>
    <p:sldId id="305" r:id="rId37"/>
    <p:sldId id="29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1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52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608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50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196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40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197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5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8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395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49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99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2998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14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39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AA7088-B216-45CE-9144-B068066D4925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969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preschoolplanet.us/wp-content/uploads/2018/06/fruit-vegetable-worksheet-for-kids.jpg" TargetMode="External"/><Relationship Id="rId3" Type="http://schemas.openxmlformats.org/officeDocument/2006/relationships/hyperlink" Target="https://i.pinimg.com/originals/40/6f/35/406f3504021321ff88e7c4a3928a5bbc.png" TargetMode="External"/><Relationship Id="rId7" Type="http://schemas.openxmlformats.org/officeDocument/2006/relationships/hyperlink" Target="https://worksheetspack.com/wp-content/uploads/2021/08/Printable-fruits-and-vegetables-coloring-pages-for-kids-1024x724.jpg" TargetMode="External"/><Relationship Id="rId2" Type="http://schemas.openxmlformats.org/officeDocument/2006/relationships/hyperlink" Target="https://s.twistynoodle.com/img/r/transportation-colors/color-the-vehicles/color-the-vehicles_worksheet.png?ctok=2015091016550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kramlearning.com/blob/worksheets/k30ENBj/k30ENBj.png" TargetMode="External"/><Relationship Id="rId5" Type="http://schemas.openxmlformats.org/officeDocument/2006/relationships/hyperlink" Target="https://vikramlearning.com/blob/worksheets/3qIetoY/3qIetoY.png" TargetMode="External"/><Relationship Id="rId4" Type="http://schemas.openxmlformats.org/officeDocument/2006/relationships/hyperlink" Target="https://blogger.googleusercontent.com/img/b/R29vZ2xl/AVvXsEhfrCnpDxwXyfvXWrV-6fn6M5JekpVayvxHs1fHxCxivQM2JrfqZrq-mrs5-_W8Ov3i6fYyVHrVFq1Cj7WiQ_vBKT-yfhbhetJu4Nn-ul3qWWvzHiHh_r7K2z29czilCFYWDow0FvoF28uopKa_zfU6o-Vo40EEnVs_vvZ7C09E38qrOFifxXbnzDEi/s1123/road-safety-worksheet-1a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CACF1D1-CD20-42D5-B267-A8D5494C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27443"/>
              </p:ext>
            </p:extLst>
          </p:nvPr>
        </p:nvGraphicFramePr>
        <p:xfrm>
          <a:off x="1272209" y="719665"/>
          <a:ext cx="8887791" cy="531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970">
                  <a:extLst>
                    <a:ext uri="{9D8B030D-6E8A-4147-A177-3AD203B41FA5}">
                      <a16:colId xmlns:a16="http://schemas.microsoft.com/office/drawing/2014/main" val="3650113161"/>
                    </a:ext>
                  </a:extLst>
                </a:gridCol>
                <a:gridCol w="5161821">
                  <a:extLst>
                    <a:ext uri="{9D8B030D-6E8A-4147-A177-3AD203B41FA5}">
                      <a16:colId xmlns:a16="http://schemas.microsoft.com/office/drawing/2014/main" val="2195754969"/>
                    </a:ext>
                  </a:extLst>
                </a:gridCol>
              </a:tblGrid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44233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Grade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2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851948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Term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7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17A4-2DA0-4508-AB92-00378BA2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sz="6000" b="1" dirty="0"/>
              <a:t>       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41332-7440-49C9-8C2B-839EF51D5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76313"/>
              </p:ext>
            </p:extLst>
          </p:nvPr>
        </p:nvGraphicFramePr>
        <p:xfrm>
          <a:off x="503583" y="1825625"/>
          <a:ext cx="1085021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76">
                  <a:extLst>
                    <a:ext uri="{9D8B030D-6E8A-4147-A177-3AD203B41FA5}">
                      <a16:colId xmlns:a16="http://schemas.microsoft.com/office/drawing/2014/main" val="2207677980"/>
                    </a:ext>
                  </a:extLst>
                </a:gridCol>
                <a:gridCol w="5430241">
                  <a:extLst>
                    <a:ext uri="{9D8B030D-6E8A-4147-A177-3AD203B41FA5}">
                      <a16:colId xmlns:a16="http://schemas.microsoft.com/office/drawing/2014/main" val="4232579930"/>
                    </a:ext>
                  </a:extLst>
                </a:gridCol>
              </a:tblGrid>
              <a:tr h="615566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1 -3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533483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ROAD/TRAFFIC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379601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PEOPLE WHO HELP US IN OUR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7798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FRUITS AND 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4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080E-39AF-42ED-A45B-561542F1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6000" b="1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C941-F883-4022-BE28-7614D128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Guide and support learners to achieve their full physical, intellectual, personal, emotional and social potential.</a:t>
            </a:r>
          </a:p>
          <a:p>
            <a:r>
              <a:rPr lang="en-GB" sz="2000" dirty="0"/>
              <a:t>Teach learners to exercise their constitutional rights and responsibilities and to respect the rights of others.</a:t>
            </a:r>
          </a:p>
          <a:p>
            <a:r>
              <a:rPr lang="en-GB" sz="2000" dirty="0"/>
              <a:t> Guide learners to make informed and responsible decisions (with support) about their health and environment.</a:t>
            </a:r>
          </a:p>
          <a:p>
            <a:r>
              <a:rPr lang="en-GB" sz="2000" dirty="0"/>
              <a:t>Develop skills such as self-awareness, problem-solving, interpersonal relations, leadership, decision-making, and communication to the individual potential of the learner.</a:t>
            </a:r>
          </a:p>
          <a:p>
            <a:r>
              <a:rPr lang="en-GB" sz="2000" dirty="0"/>
              <a:t> Develop learners’ skills to respond to real-life situations and play an active and functional role </a:t>
            </a:r>
          </a:p>
          <a:p>
            <a:pPr marL="0" indent="0">
              <a:buNone/>
            </a:pPr>
            <a:r>
              <a:rPr lang="en-GB" sz="2000" dirty="0"/>
              <a:t>    in the economy and society.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84386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5EB-98A7-4673-95D0-7917EA7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r>
              <a:rPr lang="en-ZA" sz="4800" b="1" dirty="0"/>
              <a:t>ASSESSMENT GOALS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D25978-DD8B-41DF-8416-9FA5F243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877567"/>
              </p:ext>
            </p:extLst>
          </p:nvPr>
        </p:nvGraphicFramePr>
        <p:xfrm>
          <a:off x="198782" y="583098"/>
          <a:ext cx="11873948" cy="5981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2011">
                  <a:extLst>
                    <a:ext uri="{9D8B030D-6E8A-4147-A177-3AD203B41FA5}">
                      <a16:colId xmlns:a16="http://schemas.microsoft.com/office/drawing/2014/main" val="3692379895"/>
                    </a:ext>
                  </a:extLst>
                </a:gridCol>
                <a:gridCol w="5951937">
                  <a:extLst>
                    <a:ext uri="{9D8B030D-6E8A-4147-A177-3AD203B41FA5}">
                      <a16:colId xmlns:a16="http://schemas.microsoft.com/office/drawing/2014/main" val="3412528075"/>
                    </a:ext>
                  </a:extLst>
                </a:gridCol>
              </a:tblGrid>
              <a:tr h="1906694">
                <a:tc>
                  <a:txBody>
                    <a:bodyPr/>
                    <a:lstStyle/>
                    <a:p>
                      <a:r>
                        <a:rPr lang="en-ZA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rail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 and list types of air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 and list types of water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Compare and group the different types of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Describe and discuss transport of the past and today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2053"/>
                  </a:ext>
                </a:extLst>
              </a:tr>
              <a:tr h="866679">
                <a:tc>
                  <a:txBody>
                    <a:bodyPr/>
                    <a:lstStyle/>
                    <a:p>
                      <a:r>
                        <a:rPr lang="en-ZA" dirty="0"/>
                        <a:t>ROAD TRAFFIC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Identify, name and label basic Road signs like Stop, Pedestrian crossing, Robot - the colours and the meaning of it.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39857"/>
                  </a:ext>
                </a:extLst>
              </a:tr>
              <a:tr h="1646691">
                <a:tc>
                  <a:txBody>
                    <a:bodyPr/>
                    <a:lstStyle/>
                    <a:p>
                      <a:r>
                        <a:rPr lang="en-ZA" dirty="0"/>
                        <a:t>PEOPLE WHO HELP US IN OUR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Identify, name and label the people in the community that help us.</a:t>
                      </a:r>
                      <a:endParaRPr lang="en-ZA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 Discuss and compare how different people help one another.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Know and practice who to contact when help is needed 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14818"/>
                  </a:ext>
                </a:extLst>
              </a:tr>
              <a:tr h="1318125">
                <a:tc>
                  <a:txBody>
                    <a:bodyPr/>
                    <a:lstStyle/>
                    <a:p>
                      <a:r>
                        <a:rPr lang="en-ZA" dirty="0"/>
                        <a:t>FRUIT AND VEGETABLES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Indicate and sort fruit from vegetable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8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0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D3DA-4626-439A-BC69-7922EF2B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TRANSPORT</a:t>
            </a:r>
          </a:p>
        </p:txBody>
      </p:sp>
      <p:pic>
        <p:nvPicPr>
          <p:cNvPr id="1026" name="Picture 2" descr="Transport cartoons Royalty Free Vector Image - VectorStock">
            <a:extLst>
              <a:ext uri="{FF2B5EF4-FFF2-40B4-BE49-F238E27FC236}">
                <a16:creationId xmlns:a16="http://schemas.microsoft.com/office/drawing/2014/main" id="{11FDA2BB-E530-4C57-981C-C32F0C6B42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70" y="1404730"/>
            <a:ext cx="8666921" cy="5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B332-ADD8-41C4-B7C6-B9D03217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67352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6351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.twistynoodle.com/img/r/transportation-colors/color-the-vehicles/color-the-vehicles_worksheet.png?ctok=201509101655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84" y="138896"/>
            <a:ext cx="9254643" cy="650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87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75E9-91C9-4930-B194-2D0A620B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391491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97046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.pinimg.com/originals/40/6f/35/406f3504021321ff88e7c4a3928a5bb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94" y="220140"/>
            <a:ext cx="8131897" cy="645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19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F2AC-6FA8-41D2-8994-DF37B37C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3</a:t>
            </a:r>
          </a:p>
        </p:txBody>
      </p:sp>
    </p:spTree>
    <p:extLst>
      <p:ext uri="{BB962C8B-B14F-4D97-AF65-F5344CB8AC3E}">
        <p14:creationId xmlns:p14="http://schemas.microsoft.com/office/powerpoint/2010/main" val="90110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ransportation Fill In worksheet">
            <a:extLst>
              <a:ext uri="{FF2B5EF4-FFF2-40B4-BE49-F238E27FC236}">
                <a16:creationId xmlns:a16="http://schemas.microsoft.com/office/drawing/2014/main" id="{AF938E5C-E600-48F4-80B3-E144B63C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30" y="333375"/>
            <a:ext cx="8083827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9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F863-7957-421A-B6E6-138773F2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6969"/>
          </a:xfrm>
        </p:spPr>
        <p:txBody>
          <a:bodyPr/>
          <a:lstStyle/>
          <a:p>
            <a:r>
              <a:rPr lang="en-ZA" dirty="0"/>
              <a:t>ROAD/ TRAFFIC SAFETY</a:t>
            </a:r>
          </a:p>
        </p:txBody>
      </p:sp>
      <p:pic>
        <p:nvPicPr>
          <p:cNvPr id="6146" name="Picture 2" descr="Image result for ROAD AD TRAFIC SAFETY CARTOON PICTURES">
            <a:extLst>
              <a:ext uri="{FF2B5EF4-FFF2-40B4-BE49-F238E27FC236}">
                <a16:creationId xmlns:a16="http://schemas.microsoft.com/office/drawing/2014/main" id="{455D0FB9-D048-47C9-A8EE-566E64682B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39687"/>
            <a:ext cx="1004839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10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ROAD AD TRAFIC SAFETY CARTOON PICTURES">
            <a:extLst>
              <a:ext uri="{FF2B5EF4-FFF2-40B4-BE49-F238E27FC236}">
                <a16:creationId xmlns:a16="http://schemas.microsoft.com/office/drawing/2014/main" id="{9FAF4D19-1B47-455B-B96C-CC6B9BF9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65" y="294861"/>
            <a:ext cx="9316279" cy="62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3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895C4A96-9434-4CE7-850C-1F1E008A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60" y="0"/>
            <a:ext cx="9263269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19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AA1-6987-4CB0-8541-DBB20F3F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/>
            </a:r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121542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oad Safety Week Activity Ideas - Twinkl">
            <a:extLst>
              <a:ext uri="{FF2B5EF4-FFF2-40B4-BE49-F238E27FC236}">
                <a16:creationId xmlns:a16="http://schemas.microsoft.com/office/drawing/2014/main" id="{E7A8E39E-BEDD-4F4A-B722-3ED7D4F66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5" y="0"/>
            <a:ext cx="484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55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1CDE-55BD-4C11-B068-7699817E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12372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blogger.googleusercontent.com/img/b/R29vZ2xl/AVvXsEhfrCnpDxwXyfvXWrV-6fn6M5JekpVayvxHs1fHxCxivQM2JrfqZrq-mrs5-_W8Ov3i6fYyVHrVFq1Cj7WiQ_vBKT-yfhbhetJu4Nn-ul3qWWvzHiHh_r7K2z29czilCFYWDow0FvoF28uopKa_zfU6o-Vo40EEnVs_vvZ7C09E38qrOFifxXbnzDEi/s1123/road-safety-worksheet-1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14" y="127282"/>
            <a:ext cx="8762035" cy="658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43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oad Safety Worksheet Road Safety Signs, Road Traffic Safety, Road ...">
            <a:extLst>
              <a:ext uri="{FF2B5EF4-FFF2-40B4-BE49-F238E27FC236}">
                <a16:creationId xmlns:a16="http://schemas.microsoft.com/office/drawing/2014/main" id="{A6B3EBA8-B96F-4ACF-80F9-3B0B3F9CB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38124"/>
            <a:ext cx="6983896" cy="66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9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BEEA-84BC-4AE8-9374-0AF561D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3</a:t>
            </a:r>
          </a:p>
        </p:txBody>
      </p:sp>
    </p:spTree>
    <p:extLst>
      <p:ext uri="{BB962C8B-B14F-4D97-AF65-F5344CB8AC3E}">
        <p14:creationId xmlns:p14="http://schemas.microsoft.com/office/powerpoint/2010/main" val="122281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Kindergarten Science Traffic Light in 2024 | English lessons for kids ...">
            <a:extLst>
              <a:ext uri="{FF2B5EF4-FFF2-40B4-BE49-F238E27FC236}">
                <a16:creationId xmlns:a16="http://schemas.microsoft.com/office/drawing/2014/main" id="{9FF2815C-DB29-40F5-8D06-BAD91DCB9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198783"/>
            <a:ext cx="7792278" cy="65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3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4C54-CCC8-4C64-982A-BA661AB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2256"/>
          </a:xfrm>
        </p:spPr>
        <p:txBody>
          <a:bodyPr/>
          <a:lstStyle/>
          <a:p>
            <a:r>
              <a:rPr lang="en-ZA" dirty="0"/>
              <a:t>PEOPLE WHO HELP US</a:t>
            </a:r>
          </a:p>
        </p:txBody>
      </p:sp>
      <p:pic>
        <p:nvPicPr>
          <p:cNvPr id="14338" name="Picture 2" descr="People who help us collection | Tes">
            <a:extLst>
              <a:ext uri="{FF2B5EF4-FFF2-40B4-BE49-F238E27FC236}">
                <a16:creationId xmlns:a16="http://schemas.microsoft.com/office/drawing/2014/main" id="{468AB8B4-F935-4556-9588-377B0AEA0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232452"/>
            <a:ext cx="10525472" cy="532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2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5D43-8C18-4AEF-8B05-066A9DB3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74024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vikramlearning.com/blob/worksheets/3qIetoY/3qIeto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05" y="202739"/>
            <a:ext cx="11811000" cy="648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604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55FF-B0E3-4A5B-A325-05C4B67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40577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trangers and Community Helpers Social Situation - Twinkl">
            <a:extLst>
              <a:ext uri="{FF2B5EF4-FFF2-40B4-BE49-F238E27FC236}">
                <a16:creationId xmlns:a16="http://schemas.microsoft.com/office/drawing/2014/main" id="{C9BFAE9D-CEF6-4DF3-BB82-F0AA6C69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8" y="0"/>
            <a:ext cx="7858539" cy="675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088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ED45-2D37-4786-A776-04B8A04F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 Group 3</a:t>
            </a:r>
          </a:p>
        </p:txBody>
      </p:sp>
    </p:spTree>
    <p:extLst>
      <p:ext uri="{BB962C8B-B14F-4D97-AF65-F5344CB8AC3E}">
        <p14:creationId xmlns:p14="http://schemas.microsoft.com/office/powerpoint/2010/main" val="2499892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vikramlearning.com/blob/worksheets/k30ENBj/k30ENBj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70" y="405113"/>
            <a:ext cx="11811000" cy="616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485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61A2-5A29-42D6-BDB8-D02748EC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6000" b="1" dirty="0"/>
              <a:t>FRUIT AND VEGETABLES</a:t>
            </a:r>
          </a:p>
        </p:txBody>
      </p:sp>
      <p:pic>
        <p:nvPicPr>
          <p:cNvPr id="19458" name="Picture 2" descr="Image result for FRUIT AN VEGETABLES CARTOON">
            <a:extLst>
              <a:ext uri="{FF2B5EF4-FFF2-40B4-BE49-F238E27FC236}">
                <a16:creationId xmlns:a16="http://schemas.microsoft.com/office/drawing/2014/main" id="{9FA792FB-8E2F-43E8-9F1A-42FC5976FF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2" y="1444486"/>
            <a:ext cx="9064487" cy="512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105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Image result for fruits and vegetables activities for grade 1">
            <a:extLst>
              <a:ext uri="{FF2B5EF4-FFF2-40B4-BE49-F238E27FC236}">
                <a16:creationId xmlns:a16="http://schemas.microsoft.com/office/drawing/2014/main" id="{4F072C31-B52D-4491-B938-96862AC7F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52" y="291548"/>
            <a:ext cx="10164418" cy="64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304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FA64-81EE-4ECD-BC6D-DFBEFB8B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r>
              <a:rPr lang="en-ZA" sz="9600" b="1" dirty="0"/>
              <a:t/>
            </a:r>
            <a:br>
              <a:rPr lang="en-ZA" sz="9600" b="1" dirty="0"/>
            </a:br>
            <a:r>
              <a:rPr lang="en-ZA" sz="9600" b="1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00445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orksheetspack.com/wp-content/uploads/2021/08/Printable-fruits-and-vegetables-coloring-pages-for-kids-1024x7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" y="130918"/>
            <a:ext cx="10243595" cy="658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63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6DAD-FF39-443D-B59A-02F56769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/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276281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preschoolplanet.us/wp-content/uploads/2018/06/fruit-vegetable-worksheet-for-kid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86" y="162046"/>
            <a:ext cx="10070699" cy="656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726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9804-0FEE-4101-A5CA-B692DF7E2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138621"/>
          </a:xfrm>
        </p:spPr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GROUP 3</a:t>
            </a:r>
            <a:br>
              <a:rPr lang="en-ZA" sz="9600" dirty="0"/>
            </a:br>
            <a:endParaRPr lang="en-ZA" sz="9600" dirty="0"/>
          </a:p>
        </p:txBody>
      </p:sp>
    </p:spTree>
    <p:extLst>
      <p:ext uri="{BB962C8B-B14F-4D97-AF65-F5344CB8AC3E}">
        <p14:creationId xmlns:p14="http://schemas.microsoft.com/office/powerpoint/2010/main" val="3394926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i.pinimg.com/originals/67/55/8c/67558c125c3dee1068ebcd6e82f5a2c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16" y="81024"/>
            <a:ext cx="7500395" cy="656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44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2BD7-2050-432B-B35D-7AF46B13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r>
              <a:rPr lang="en-ZA" dirty="0"/>
              <a:t>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916A-9894-4D28-95D7-6CDE0CC8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152939"/>
            <a:ext cx="11701670" cy="5605669"/>
          </a:xfrm>
        </p:spPr>
        <p:txBody>
          <a:bodyPr>
            <a:normAutofit lnSpcReduction="10000"/>
          </a:bodyPr>
          <a:lstStyle/>
          <a:p>
            <a:r>
              <a:rPr lang="en-US" u="sng" dirty="0">
                <a:hlinkClick r:id="rId2"/>
              </a:rPr>
              <a:t>https://s.twistynoodle.com/img/r/transportation-colors/color-the-vehicles/color-the-vehicles_worksheet.png?ctok=20150910165506</a:t>
            </a:r>
            <a:endParaRPr lang="en-US" dirty="0"/>
          </a:p>
          <a:p>
            <a:r>
              <a:rPr lang="en-US" u="sng" dirty="0">
                <a:hlinkClick r:id="rId3"/>
              </a:rPr>
              <a:t>https://i.pinimg.com/originals/40/6f/35/406f3504021321ff88e7c4a3928a5bbc.png</a:t>
            </a:r>
            <a:endParaRPr lang="en-US" dirty="0"/>
          </a:p>
          <a:p>
            <a:r>
              <a:rPr lang="en-US" u="sng" dirty="0">
                <a:hlinkClick r:id="rId4"/>
              </a:rPr>
              <a:t>https://blogger.googleusercontent.com/img/b/R29vZ2xl/AVvXsEhfrCnpDxwXyfvXWrV-6fn6M5JekpVayvxHs1fHxCxivQM2JrfqZrq-mrs5-_W8Ov3i6fYyVHrVFq1Cj7WiQ_vBKT-yfhbhetJu4Nn-ul3qWWvzHiHh_r7K2z29czilCFYWDow0FvoF28uopKa_zfU6o-Vo40EEnVs_vvZ7C09E38qrOFifxXbnzDEi/s1123/road-safety-worksheet-1a.png</a:t>
            </a:r>
            <a:endParaRPr lang="en-US" dirty="0"/>
          </a:p>
          <a:p>
            <a:r>
              <a:rPr lang="en-US" u="sng" dirty="0">
                <a:hlinkClick r:id="rId5"/>
              </a:rPr>
              <a:t>https://vikramlearning.com/blob/worksheets/3qIetoY/3qIetoY.png</a:t>
            </a:r>
            <a:endParaRPr lang="en-US" dirty="0"/>
          </a:p>
          <a:p>
            <a:r>
              <a:rPr lang="en-US" u="sng" dirty="0">
                <a:hlinkClick r:id="rId6"/>
              </a:rPr>
              <a:t>https://vikramlearning.com/blob/worksheets/k30ENBj/k30ENBj.png</a:t>
            </a:r>
            <a:endParaRPr lang="en-US" dirty="0"/>
          </a:p>
          <a:p>
            <a:r>
              <a:rPr lang="en-US" u="sng" dirty="0">
                <a:hlinkClick r:id="rId7"/>
              </a:rPr>
              <a:t>https://worksheetspack.com/wp-content/uploads/2021/08/Printable-fruits-and-vegetables-coloring-pages-for-kids-1024x724.jpg</a:t>
            </a:r>
            <a:endParaRPr lang="en-US" dirty="0"/>
          </a:p>
          <a:p>
            <a:r>
              <a:rPr lang="en-US" u="sng" dirty="0">
                <a:hlinkClick r:id="rId8"/>
              </a:rPr>
              <a:t>https://preschoolplanet.us/wp-content/uploads/2018/06/fruit-vegetable-worksheet-for-kids.jpg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8979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421</TotalTime>
  <Words>303</Words>
  <Application>Microsoft Office PowerPoint</Application>
  <PresentationFormat>Widescreen</PresentationFormat>
  <Paragraphs>63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Century Gothic</vt:lpstr>
      <vt:lpstr>Wingdings 3</vt:lpstr>
      <vt:lpstr>Ion</vt:lpstr>
      <vt:lpstr>PowerPoint Presentation</vt:lpstr>
      <vt:lpstr>       LESSON PLAN CONTENT</vt:lpstr>
      <vt:lpstr>LESSON OBJECTIVES</vt:lpstr>
      <vt:lpstr>ASSESSMENT GOALS</vt:lpstr>
      <vt:lpstr>TRANSPORT</vt:lpstr>
      <vt:lpstr>            GROUP 1</vt:lpstr>
      <vt:lpstr>PowerPoint Presentation</vt:lpstr>
      <vt:lpstr>             GROUP 2</vt:lpstr>
      <vt:lpstr>PowerPoint Presentation</vt:lpstr>
      <vt:lpstr>            GROUP 3</vt:lpstr>
      <vt:lpstr>PowerPoint Presentation</vt:lpstr>
      <vt:lpstr>ROAD/ TRAFFIC SAFETY</vt:lpstr>
      <vt:lpstr>PowerPoint Presentation</vt:lpstr>
      <vt:lpstr>PowerPoint Presentation</vt:lpstr>
      <vt:lpstr>       GROUP 1</vt:lpstr>
      <vt:lpstr>PowerPoint Presentation</vt:lpstr>
      <vt:lpstr>          GROUP 2</vt:lpstr>
      <vt:lpstr>PowerPoint Presentation</vt:lpstr>
      <vt:lpstr>PowerPoint Presentation</vt:lpstr>
      <vt:lpstr>             GROUP 3</vt:lpstr>
      <vt:lpstr>PowerPoint Presentation</vt:lpstr>
      <vt:lpstr>PEOPLE WHO HELP US</vt:lpstr>
      <vt:lpstr>             GROUP 1</vt:lpstr>
      <vt:lpstr>PowerPoint Presentation</vt:lpstr>
      <vt:lpstr>           Group 2</vt:lpstr>
      <vt:lpstr>PowerPoint Presentation</vt:lpstr>
      <vt:lpstr>              Group 3</vt:lpstr>
      <vt:lpstr>PowerPoint Presentation</vt:lpstr>
      <vt:lpstr>FRUIT AND VEGETABLES</vt:lpstr>
      <vt:lpstr>PowerPoint Presentation</vt:lpstr>
      <vt:lpstr>        GROUP 1</vt:lpstr>
      <vt:lpstr>PowerPoint Presentation</vt:lpstr>
      <vt:lpstr>        GROUP 2</vt:lpstr>
      <vt:lpstr>PowerPoint Presentation</vt:lpstr>
      <vt:lpstr>          GROUP 3 </vt:lpstr>
      <vt:lpstr>PowerPoint Presentation</vt:lpstr>
      <vt:lpstr>            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Lerato Vinger</cp:lastModifiedBy>
  <cp:revision>26</cp:revision>
  <dcterms:created xsi:type="dcterms:W3CDTF">2024-06-13T05:54:20Z</dcterms:created>
  <dcterms:modified xsi:type="dcterms:W3CDTF">2024-07-12T11:21:01Z</dcterms:modified>
</cp:coreProperties>
</file>