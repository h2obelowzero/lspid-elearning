
<file path=[Content_Types].xml><?xml version="1.0" encoding="utf-8"?>
<Types xmlns="http://schemas.openxmlformats.org/package/2006/content-types">
  <Default Extension="jfif" ContentType="image/jpe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157"/>
            <a:ext cx="2356674" cy="6853096"/>
            <a:chOff x="6627813" y="195610"/>
            <a:chExt cx="1952625" cy="5678141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5610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7/11/2024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2">
              <a:lumMod val="7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fi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DATA HANDLING 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67434" y="1445342"/>
            <a:ext cx="6971070" cy="5260258"/>
          </a:xfrm>
        </p:spPr>
      </p:pic>
    </p:spTree>
    <p:extLst>
      <p:ext uri="{BB962C8B-B14F-4D97-AF65-F5344CB8AC3E}">
        <p14:creationId xmlns:p14="http://schemas.microsoft.com/office/powerpoint/2010/main" val="7341247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COLLECT AND SORT OBJECTS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3032" y="1622324"/>
            <a:ext cx="6145162" cy="5034116"/>
          </a:xfrm>
        </p:spPr>
      </p:pic>
    </p:spTree>
    <p:extLst>
      <p:ext uri="{BB962C8B-B14F-4D97-AF65-F5344CB8AC3E}">
        <p14:creationId xmlns:p14="http://schemas.microsoft.com/office/powerpoint/2010/main" val="42535535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" t="25540" r="5881" b="4126"/>
          <a:stretch/>
        </p:blipFill>
        <p:spPr>
          <a:xfrm>
            <a:off x="3185652" y="2163096"/>
            <a:ext cx="6253316" cy="4611329"/>
          </a:xfrm>
        </p:spPr>
      </p:pic>
    </p:spTree>
    <p:extLst>
      <p:ext uri="{BB962C8B-B14F-4D97-AF65-F5344CB8AC3E}">
        <p14:creationId xmlns:p14="http://schemas.microsoft.com/office/powerpoint/2010/main" val="2074107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6665007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31B4E6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553</TotalTime>
  <Words>7</Words>
  <Application>Microsoft Office PowerPoint</Application>
  <PresentationFormat>Widescreen</PresentationFormat>
  <Paragraphs>3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Wingdings 3</vt:lpstr>
      <vt:lpstr>Wisp</vt:lpstr>
      <vt:lpstr>DATA HANDLING </vt:lpstr>
      <vt:lpstr>COLLECT AND SORT OBJECTS </vt:lpstr>
      <vt:lpstr>PowerPoint Presentation</vt:lpstr>
      <vt:lpstr>Reference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HANDLING </dc:title>
  <dc:creator>27672</dc:creator>
  <cp:lastModifiedBy>27672</cp:lastModifiedBy>
  <cp:revision>2</cp:revision>
  <dcterms:created xsi:type="dcterms:W3CDTF">2024-07-10T06:17:36Z</dcterms:created>
  <dcterms:modified xsi:type="dcterms:W3CDTF">2024-07-12T06:36:47Z</dcterms:modified>
</cp:coreProperties>
</file>