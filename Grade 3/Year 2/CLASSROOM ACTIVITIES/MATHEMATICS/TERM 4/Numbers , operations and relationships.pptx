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73" r:id="rId6"/>
    <p:sldId id="259" r:id="rId7"/>
    <p:sldId id="260" r:id="rId8"/>
    <p:sldId id="261" r:id="rId9"/>
    <p:sldId id="262" r:id="rId10"/>
    <p:sldId id="264" r:id="rId11"/>
    <p:sldId id="266" r:id="rId12"/>
    <p:sldId id="274" r:id="rId13"/>
    <p:sldId id="275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f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f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Numbers , operations and relationships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035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Symbols and number name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5" y="2063396"/>
            <a:ext cx="4892509" cy="3491830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192" y="2063396"/>
            <a:ext cx="4862316" cy="3423004"/>
          </a:xfrm>
        </p:spPr>
      </p:pic>
    </p:spTree>
    <p:extLst>
      <p:ext uri="{BB962C8B-B14F-4D97-AF65-F5344CB8AC3E}">
        <p14:creationId xmlns:p14="http://schemas.microsoft.com/office/powerpoint/2010/main" val="1479137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239" y="0"/>
            <a:ext cx="10217443" cy="79641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COUNT  from 1 T0 </a:t>
            </a:r>
            <a:r>
              <a:rPr lang="en-US" sz="4000" dirty="0" smtClean="0"/>
              <a:t>200</a:t>
            </a:r>
            <a:r>
              <a:rPr lang="en-US" sz="4000" dirty="0" smtClean="0"/>
              <a:t> </a:t>
            </a:r>
            <a:endParaRPr lang="en-US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632" y="796413"/>
            <a:ext cx="7855974" cy="4729316"/>
          </a:xfrm>
        </p:spPr>
      </p:pic>
    </p:spTree>
    <p:extLst>
      <p:ext uri="{BB962C8B-B14F-4D97-AF65-F5344CB8AC3E}">
        <p14:creationId xmlns:p14="http://schemas.microsoft.com/office/powerpoint/2010/main" val="254787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0"/>
            <a:ext cx="5282381" cy="648929"/>
          </a:xfrm>
        </p:spPr>
        <p:txBody>
          <a:bodyPr/>
          <a:lstStyle/>
          <a:p>
            <a:r>
              <a:rPr lang="en-US" sz="2800" dirty="0" smtClean="0"/>
              <a:t>Activities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606105" y="1661652"/>
            <a:ext cx="6541947" cy="3687096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4" t="10739" r="4094"/>
          <a:stretch/>
        </p:blipFill>
        <p:spPr>
          <a:xfrm>
            <a:off x="6951406" y="137652"/>
            <a:ext cx="4075854" cy="5328624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6" b="9816"/>
          <a:stretch/>
        </p:blipFill>
        <p:spPr>
          <a:xfrm>
            <a:off x="685800" y="923773"/>
            <a:ext cx="5636342" cy="454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3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 smtClean="0"/>
              <a:t>Fill the missing numbers counting backwards </a:t>
            </a:r>
            <a:endParaRPr lang="en-US" sz="320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1" t="19900" r="8369" b="8707"/>
          <a:stretch/>
        </p:blipFill>
        <p:spPr>
          <a:xfrm>
            <a:off x="2251586" y="1651820"/>
            <a:ext cx="7020233" cy="3932904"/>
          </a:xfrm>
        </p:spPr>
      </p:pic>
    </p:spTree>
    <p:extLst>
      <p:ext uri="{BB962C8B-B14F-4D97-AF65-F5344CB8AC3E}">
        <p14:creationId xmlns:p14="http://schemas.microsoft.com/office/powerpoint/2010/main" val="334821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3775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Describe, compare and order numbers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90" y="2151886"/>
            <a:ext cx="7089057" cy="3403340"/>
          </a:xfrm>
        </p:spPr>
      </p:pic>
    </p:spTree>
    <p:extLst>
      <p:ext uri="{BB962C8B-B14F-4D97-AF65-F5344CB8AC3E}">
        <p14:creationId xmlns:p14="http://schemas.microsoft.com/office/powerpoint/2010/main" val="582770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Activities 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 t="17450" r="1683" b="3132"/>
          <a:stretch/>
        </p:blipFill>
        <p:spPr>
          <a:xfrm>
            <a:off x="6091948" y="1843940"/>
            <a:ext cx="4296697" cy="3750614"/>
          </a:xfrm>
        </p:spPr>
      </p:pic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" t="4762" r="3278"/>
          <a:stretch/>
        </p:blipFill>
        <p:spPr>
          <a:xfrm>
            <a:off x="1117623" y="1936954"/>
            <a:ext cx="4542504" cy="3736257"/>
          </a:xfrm>
        </p:spPr>
      </p:pic>
    </p:spTree>
    <p:extLst>
      <p:ext uri="{BB962C8B-B14F-4D97-AF65-F5344CB8AC3E}">
        <p14:creationId xmlns:p14="http://schemas.microsoft.com/office/powerpoint/2010/main" val="1119877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17988"/>
            <a:ext cx="10396882" cy="1130709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/>
              <a:t>Place value </a:t>
            </a:r>
            <a:endParaRPr lang="en-US" sz="4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029" y="1130710"/>
            <a:ext cx="6774425" cy="4493342"/>
          </a:xfrm>
        </p:spPr>
      </p:pic>
    </p:spTree>
    <p:extLst>
      <p:ext uri="{BB962C8B-B14F-4D97-AF65-F5344CB8AC3E}">
        <p14:creationId xmlns:p14="http://schemas.microsoft.com/office/powerpoint/2010/main" val="4230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/>
              <a:t>Activities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Circle the cloud that shows the value of the underlined digit </a:t>
            </a:r>
            <a:endParaRPr lang="en-US" sz="20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400" dirty="0" smtClean="0"/>
              <a:t>Write the value of the underlined digit 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6" y="1573161"/>
            <a:ext cx="4725360" cy="4011562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7" b="21722"/>
          <a:stretch/>
        </p:blipFill>
        <p:spPr>
          <a:xfrm>
            <a:off x="6089925" y="1661651"/>
            <a:ext cx="4990583" cy="3923071"/>
          </a:xfrm>
        </p:spPr>
      </p:pic>
    </p:spTree>
    <p:extLst>
      <p:ext uri="{BB962C8B-B14F-4D97-AF65-F5344CB8AC3E}">
        <p14:creationId xmlns:p14="http://schemas.microsoft.com/office/powerpoint/2010/main" val="158775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 and subtraction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" t="3022" r="2814" b="13602"/>
          <a:stretch/>
        </p:blipFill>
        <p:spPr>
          <a:xfrm>
            <a:off x="1111045" y="1750141"/>
            <a:ext cx="7108723" cy="3755923"/>
          </a:xfrm>
        </p:spPr>
      </p:pic>
    </p:spTree>
    <p:extLst>
      <p:ext uri="{BB962C8B-B14F-4D97-AF65-F5344CB8AC3E}">
        <p14:creationId xmlns:p14="http://schemas.microsoft.com/office/powerpoint/2010/main" val="3338535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98323"/>
            <a:ext cx="10396882" cy="1671483"/>
          </a:xfrm>
        </p:spPr>
        <p:txBody>
          <a:bodyPr>
            <a:normAutofit/>
          </a:bodyPr>
          <a:lstStyle/>
          <a:p>
            <a:r>
              <a:rPr lang="en-US" sz="4400" dirty="0" smtClean="0"/>
              <a:t>	Activities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" t="10131" r="3308" b="5507"/>
          <a:stretch/>
        </p:blipFill>
        <p:spPr>
          <a:xfrm>
            <a:off x="489156" y="1700980"/>
            <a:ext cx="4535128" cy="3832061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9" b="4183"/>
          <a:stretch/>
        </p:blipFill>
        <p:spPr>
          <a:xfrm>
            <a:off x="5732207" y="0"/>
            <a:ext cx="5547121" cy="5601867"/>
          </a:xfrm>
        </p:spPr>
      </p:pic>
    </p:spTree>
    <p:extLst>
      <p:ext uri="{BB962C8B-B14F-4D97-AF65-F5344CB8AC3E}">
        <p14:creationId xmlns:p14="http://schemas.microsoft.com/office/powerpoint/2010/main" val="54430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Addition Practice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7" t="19058" r="8529" b="10117"/>
          <a:stretch/>
        </p:blipFill>
        <p:spPr>
          <a:xfrm>
            <a:off x="2467896" y="1837765"/>
            <a:ext cx="6656440" cy="3658467"/>
          </a:xfrm>
        </p:spPr>
      </p:pic>
    </p:spTree>
    <p:extLst>
      <p:ext uri="{BB962C8B-B14F-4D97-AF65-F5344CB8AC3E}">
        <p14:creationId xmlns:p14="http://schemas.microsoft.com/office/powerpoint/2010/main" val="3262839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47483"/>
            <a:ext cx="10396882" cy="1799303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Repeated addition leading to multiplication </a:t>
            </a: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" t="8416" r="1768"/>
          <a:stretch/>
        </p:blipFill>
        <p:spPr>
          <a:xfrm>
            <a:off x="862781" y="1691148"/>
            <a:ext cx="4788310" cy="3755924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" t="9901" r="2808" b="2723"/>
          <a:stretch/>
        </p:blipFill>
        <p:spPr>
          <a:xfrm>
            <a:off x="6105832" y="1691148"/>
            <a:ext cx="4758814" cy="3755924"/>
          </a:xfrm>
        </p:spPr>
      </p:pic>
    </p:spTree>
    <p:extLst>
      <p:ext uri="{BB962C8B-B14F-4D97-AF65-F5344CB8AC3E}">
        <p14:creationId xmlns:p14="http://schemas.microsoft.com/office/powerpoint/2010/main" val="1126263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818535"/>
          </a:xfrm>
        </p:spPr>
        <p:txBody>
          <a:bodyPr/>
          <a:lstStyle/>
          <a:p>
            <a:r>
              <a:rPr lang="en-US" dirty="0" smtClean="0"/>
              <a:t>Fractions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693642" y="1573162"/>
            <a:ext cx="4126861" cy="3801424"/>
          </a:xfrm>
        </p:spPr>
        <p:txBody>
          <a:bodyPr>
            <a:normAutofit/>
          </a:bodyPr>
          <a:lstStyle/>
          <a:p>
            <a:r>
              <a:rPr lang="en-US" sz="1400" dirty="0" smtClean="0"/>
              <a:t>Choose the correct fraction  of the shade side </a:t>
            </a:r>
            <a:endParaRPr lang="en-US" sz="140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2"/>
          <a:stretch/>
        </p:blipFill>
        <p:spPr>
          <a:xfrm>
            <a:off x="693642" y="2025445"/>
            <a:ext cx="4664939" cy="3588775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7" b="6343"/>
          <a:stretch/>
        </p:blipFill>
        <p:spPr>
          <a:xfrm>
            <a:off x="6051866" y="98324"/>
            <a:ext cx="5068418" cy="551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67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2972</TotalTime>
  <Words>70</Words>
  <Application>Microsoft Office PowerPoint</Application>
  <PresentationFormat>Widescreen</PresentationFormat>
  <Paragraphs>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Impact</vt:lpstr>
      <vt:lpstr>Main Event</vt:lpstr>
      <vt:lpstr>Numbers , operations and relationships </vt:lpstr>
      <vt:lpstr>Number Symbols and number name</vt:lpstr>
      <vt:lpstr>COUNT  from 1 T0 200 </vt:lpstr>
      <vt:lpstr>Activities </vt:lpstr>
      <vt:lpstr>Fill the missing numbers counting backwards </vt:lpstr>
      <vt:lpstr>Describe, compare and order numbers </vt:lpstr>
      <vt:lpstr>Activities </vt:lpstr>
      <vt:lpstr>Place value </vt:lpstr>
      <vt:lpstr>Activities </vt:lpstr>
      <vt:lpstr>Addition and subtraction </vt:lpstr>
      <vt:lpstr> Activities </vt:lpstr>
      <vt:lpstr>Addition Practice </vt:lpstr>
      <vt:lpstr>Repeated addition leading to multiplication </vt:lpstr>
      <vt:lpstr>Fractions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, operations and relationships </dc:title>
  <dc:creator>27672</dc:creator>
  <cp:lastModifiedBy>27672</cp:lastModifiedBy>
  <cp:revision>22</cp:revision>
  <dcterms:created xsi:type="dcterms:W3CDTF">2024-07-09T09:21:11Z</dcterms:created>
  <dcterms:modified xsi:type="dcterms:W3CDTF">2024-07-11T21:23:04Z</dcterms:modified>
</cp:coreProperties>
</file>