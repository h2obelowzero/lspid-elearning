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3" r:id="rId6"/>
    <p:sldId id="272" r:id="rId7"/>
    <p:sldId id="259" r:id="rId8"/>
    <p:sldId id="260" r:id="rId9"/>
    <p:sldId id="261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Numbers , operations and relationships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3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Symbols and number name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5" y="2063396"/>
            <a:ext cx="4892509" cy="349183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92" y="2063396"/>
            <a:ext cx="4862316" cy="3423004"/>
          </a:xfrm>
        </p:spPr>
      </p:pic>
    </p:spTree>
    <p:extLst>
      <p:ext uri="{BB962C8B-B14F-4D97-AF65-F5344CB8AC3E}">
        <p14:creationId xmlns:p14="http://schemas.microsoft.com/office/powerpoint/2010/main" val="147913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39" y="685800"/>
            <a:ext cx="10217443" cy="1151965"/>
          </a:xfrm>
        </p:spPr>
        <p:txBody>
          <a:bodyPr/>
          <a:lstStyle/>
          <a:p>
            <a:pPr algn="ctr"/>
            <a:r>
              <a:rPr lang="en-US" dirty="0" smtClean="0"/>
              <a:t>COUNT  from 1 T0 </a:t>
            </a:r>
            <a:r>
              <a:rPr lang="en-US" dirty="0" smtClean="0"/>
              <a:t>150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6883" r="4009" b="2958"/>
          <a:stretch/>
        </p:blipFill>
        <p:spPr>
          <a:xfrm>
            <a:off x="2802194" y="1602658"/>
            <a:ext cx="6646606" cy="3952567"/>
          </a:xfrm>
        </p:spPr>
      </p:pic>
    </p:spTree>
    <p:extLst>
      <p:ext uri="{BB962C8B-B14F-4D97-AF65-F5344CB8AC3E}">
        <p14:creationId xmlns:p14="http://schemas.microsoft.com/office/powerpoint/2010/main" val="254787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Skip count in 2,5 and 10		Circle the correct number 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4294967295"/>
          </p:nvPr>
        </p:nvSpPr>
        <p:spPr>
          <a:xfrm>
            <a:off x="0" y="1662113"/>
            <a:ext cx="6542088" cy="368617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8" t="23667" r="4078" b="5331"/>
          <a:stretch/>
        </p:blipFill>
        <p:spPr>
          <a:xfrm>
            <a:off x="5993971" y="2063396"/>
            <a:ext cx="5086538" cy="3311189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" t="2841" r="4244"/>
          <a:stretch/>
        </p:blipFill>
        <p:spPr>
          <a:xfrm>
            <a:off x="685800" y="1985655"/>
            <a:ext cx="5088714" cy="336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 smtClean="0"/>
              <a:t>Addition and subtraction using place values  </a:t>
            </a:r>
            <a:endParaRPr lang="en-US" sz="36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063" y="1641987"/>
            <a:ext cx="6446357" cy="3864077"/>
          </a:xfrm>
        </p:spPr>
      </p:pic>
    </p:spTree>
    <p:extLst>
      <p:ext uri="{BB962C8B-B14F-4D97-AF65-F5344CB8AC3E}">
        <p14:creationId xmlns:p14="http://schemas.microsoft.com/office/powerpoint/2010/main" val="334821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186814"/>
            <a:ext cx="4126860" cy="707921"/>
          </a:xfrm>
        </p:spPr>
        <p:txBody>
          <a:bodyPr>
            <a:noAutofit/>
          </a:bodyPr>
          <a:lstStyle/>
          <a:p>
            <a:r>
              <a:rPr lang="en-US" sz="3200" dirty="0" smtClean="0"/>
              <a:t>Activities</a:t>
            </a:r>
            <a:r>
              <a:rPr lang="en-US" sz="4000" dirty="0" smtClean="0"/>
              <a:t> </a:t>
            </a:r>
            <a:endParaRPr lang="en-US" sz="4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" t="6095" r="2266" b="1994"/>
          <a:stretch/>
        </p:blipFill>
        <p:spPr>
          <a:xfrm>
            <a:off x="5781369" y="403124"/>
            <a:ext cx="5122606" cy="4984953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693642" y="1651820"/>
            <a:ext cx="4126861" cy="372276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1"/>
          <a:stretch/>
        </p:blipFill>
        <p:spPr>
          <a:xfrm>
            <a:off x="560439" y="1002890"/>
            <a:ext cx="5034116" cy="44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86813"/>
            <a:ext cx="10396882" cy="118970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Group and sharing leading to division 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468" y="1140541"/>
            <a:ext cx="7177547" cy="4414684"/>
          </a:xfrm>
        </p:spPr>
      </p:pic>
    </p:spTree>
    <p:extLst>
      <p:ext uri="{BB962C8B-B14F-4D97-AF65-F5344CB8AC3E}">
        <p14:creationId xmlns:p14="http://schemas.microsoft.com/office/powerpoint/2010/main" val="58277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1" y="78659"/>
            <a:ext cx="10396882" cy="76691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Activities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4" y="845575"/>
            <a:ext cx="4689987" cy="469981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509" y="855406"/>
            <a:ext cx="4748979" cy="4689988"/>
          </a:xfrm>
        </p:spPr>
      </p:pic>
    </p:spTree>
    <p:extLst>
      <p:ext uri="{BB962C8B-B14F-4D97-AF65-F5344CB8AC3E}">
        <p14:creationId xmlns:p14="http://schemas.microsoft.com/office/powerpoint/2010/main" val="111987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98324"/>
            <a:ext cx="10396882" cy="796411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Repeated addition leading to multiplication 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68" y="1101213"/>
            <a:ext cx="9615948" cy="4109883"/>
          </a:xfrm>
        </p:spPr>
      </p:pic>
    </p:spTree>
    <p:extLst>
      <p:ext uri="{BB962C8B-B14F-4D97-AF65-F5344CB8AC3E}">
        <p14:creationId xmlns:p14="http://schemas.microsoft.com/office/powerpoint/2010/main" val="4230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85801" y="501445"/>
            <a:ext cx="10394707" cy="914400"/>
          </a:xfrm>
        </p:spPr>
        <p:txBody>
          <a:bodyPr/>
          <a:lstStyle/>
          <a:p>
            <a:r>
              <a:rPr lang="en-US" sz="3600" dirty="0" smtClean="0"/>
              <a:t>		Activities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>
          <a:xfrm>
            <a:off x="6218191" y="2122389"/>
            <a:ext cx="4864491" cy="679994"/>
          </a:xfrm>
        </p:spPr>
        <p:txBody>
          <a:bodyPr/>
          <a:lstStyle/>
          <a:p>
            <a:r>
              <a:rPr lang="en-US" sz="2400" dirty="0" smtClean="0"/>
              <a:t>Write the value of the underlined digit 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77" y="1415845"/>
            <a:ext cx="5201265" cy="4060723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" b="3393"/>
          <a:stretch/>
        </p:blipFill>
        <p:spPr>
          <a:xfrm>
            <a:off x="6218192" y="285135"/>
            <a:ext cx="4964596" cy="5191433"/>
          </a:xfrm>
        </p:spPr>
      </p:pic>
    </p:spTree>
    <p:extLst>
      <p:ext uri="{BB962C8B-B14F-4D97-AF65-F5344CB8AC3E}">
        <p14:creationId xmlns:p14="http://schemas.microsoft.com/office/powerpoint/2010/main" val="158775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58" y="1730477"/>
            <a:ext cx="7049729" cy="3854245"/>
          </a:xfrm>
        </p:spPr>
      </p:pic>
    </p:spTree>
    <p:extLst>
      <p:ext uri="{BB962C8B-B14F-4D97-AF65-F5344CB8AC3E}">
        <p14:creationId xmlns:p14="http://schemas.microsoft.com/office/powerpoint/2010/main" val="60731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818535"/>
          </a:xfrm>
        </p:spPr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93642" y="1573162"/>
            <a:ext cx="4126861" cy="380142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" t="2309" r="-180" b="7359"/>
          <a:stretch/>
        </p:blipFill>
        <p:spPr>
          <a:xfrm>
            <a:off x="5417574" y="511277"/>
            <a:ext cx="5417574" cy="5024284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3" b="2954"/>
          <a:stretch/>
        </p:blipFill>
        <p:spPr>
          <a:xfrm>
            <a:off x="693642" y="1573162"/>
            <a:ext cx="4126861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67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2782</TotalTime>
  <Words>50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Impact</vt:lpstr>
      <vt:lpstr>Main Event</vt:lpstr>
      <vt:lpstr>Numbers , operations and relationships </vt:lpstr>
      <vt:lpstr>Number Symbols and number name</vt:lpstr>
      <vt:lpstr>COUNT  from 1 T0 150 </vt:lpstr>
      <vt:lpstr>Skip count in 2,5 and 10  Circle the correct number </vt:lpstr>
      <vt:lpstr>Addition and subtraction using place values  </vt:lpstr>
      <vt:lpstr>Activities </vt:lpstr>
      <vt:lpstr>Group and sharing leading to division </vt:lpstr>
      <vt:lpstr>Activities </vt:lpstr>
      <vt:lpstr>Repeated addition leading to multiplication </vt:lpstr>
      <vt:lpstr>  Activities </vt:lpstr>
      <vt:lpstr>Money</vt:lpstr>
      <vt:lpstr>Activities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, operations and relationships </dc:title>
  <dc:creator>27672</dc:creator>
  <cp:lastModifiedBy>27672</cp:lastModifiedBy>
  <cp:revision>23</cp:revision>
  <dcterms:created xsi:type="dcterms:W3CDTF">2024-07-09T09:21:11Z</dcterms:created>
  <dcterms:modified xsi:type="dcterms:W3CDTF">2024-07-11T17:15:00Z</dcterms:modified>
</cp:coreProperties>
</file>