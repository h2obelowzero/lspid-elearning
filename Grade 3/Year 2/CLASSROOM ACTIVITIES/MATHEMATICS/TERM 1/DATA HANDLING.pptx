
<file path=[Content_Types].xml><?xml version="1.0" encoding="utf-8"?>
<Types xmlns="http://schemas.openxmlformats.org/package/2006/content-types">
  <Default Extension="jfif" ContentType="image/jpe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3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DATA HANDLING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124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COLLECT AND SORT OBJECTS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1" t="8988" r="4004" b="4869"/>
          <a:stretch/>
        </p:blipFill>
        <p:spPr>
          <a:xfrm>
            <a:off x="1356851" y="1376516"/>
            <a:ext cx="9330813" cy="5250426"/>
          </a:xfrm>
        </p:spPr>
      </p:pic>
    </p:spTree>
    <p:extLst>
      <p:ext uri="{BB962C8B-B14F-4D97-AF65-F5344CB8AC3E}">
        <p14:creationId xmlns:p14="http://schemas.microsoft.com/office/powerpoint/2010/main" val="4253553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9303" y="899413"/>
            <a:ext cx="9774135" cy="565594"/>
          </a:xfrm>
        </p:spPr>
        <p:txBody>
          <a:bodyPr>
            <a:normAutofit/>
          </a:bodyPr>
          <a:lstStyle/>
          <a:p>
            <a:r>
              <a:rPr lang="en-US" sz="2400" dirty="0" smtClean="0"/>
              <a:t>Count the fruits and vegs and write the number of each </a:t>
            </a:r>
            <a:endParaRPr lang="en-US" sz="24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7" t="11709" r="5032" b="5760"/>
          <a:stretch/>
        </p:blipFill>
        <p:spPr>
          <a:xfrm>
            <a:off x="1799302" y="1465007"/>
            <a:ext cx="8554065" cy="5279922"/>
          </a:xfrm>
        </p:spPr>
      </p:pic>
    </p:spTree>
    <p:extLst>
      <p:ext uri="{BB962C8B-B14F-4D97-AF65-F5344CB8AC3E}">
        <p14:creationId xmlns:p14="http://schemas.microsoft.com/office/powerpoint/2010/main" val="2074107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Reference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6500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2728</TotalTime>
  <Words>18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Century Gothic</vt:lpstr>
      <vt:lpstr>Wingdings 3</vt:lpstr>
      <vt:lpstr>Wisp</vt:lpstr>
      <vt:lpstr>DATA HANDLING </vt:lpstr>
      <vt:lpstr>COLLECT AND SORT OBJECTS </vt:lpstr>
      <vt:lpstr>Count the fruits and vegs and write the number of each </vt:lpstr>
      <vt:lpstr>Reference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HANDLING </dc:title>
  <dc:creator>27672</dc:creator>
  <cp:lastModifiedBy>27672</cp:lastModifiedBy>
  <cp:revision>4</cp:revision>
  <dcterms:created xsi:type="dcterms:W3CDTF">2024-07-10T06:17:36Z</dcterms:created>
  <dcterms:modified xsi:type="dcterms:W3CDTF">2024-07-12T06:36:00Z</dcterms:modified>
</cp:coreProperties>
</file>