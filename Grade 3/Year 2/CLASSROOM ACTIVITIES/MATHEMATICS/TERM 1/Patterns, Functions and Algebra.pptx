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  <p:sldId id="259" r:id="rId7"/>
    <p:sldId id="260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7/9/2024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7/9/2024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7/9/2024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7/9/2024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7/9/2024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 smtClean="0"/>
              <a:t>Patterns, Functions and Algebra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3219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Geometric patterns 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65"/>
          <a:stretch/>
        </p:blipFill>
        <p:spPr>
          <a:xfrm>
            <a:off x="865240" y="1270000"/>
            <a:ext cx="6066502" cy="5415935"/>
          </a:xfrm>
        </p:spPr>
      </p:pic>
    </p:spTree>
    <p:extLst>
      <p:ext uri="{BB962C8B-B14F-4D97-AF65-F5344CB8AC3E}">
        <p14:creationId xmlns:p14="http://schemas.microsoft.com/office/powerpoint/2010/main" val="21443792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34065"/>
          </a:xfrm>
        </p:spPr>
        <p:txBody>
          <a:bodyPr/>
          <a:lstStyle/>
          <a:p>
            <a:r>
              <a:rPr lang="en-US" dirty="0" smtClean="0"/>
              <a:t>Complete the following patterns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37" t="20726" r="23307" b="13889"/>
          <a:stretch/>
        </p:blipFill>
        <p:spPr>
          <a:xfrm>
            <a:off x="677334" y="1425677"/>
            <a:ext cx="6795182" cy="4837472"/>
          </a:xfrm>
        </p:spPr>
      </p:pic>
    </p:spTree>
    <p:extLst>
      <p:ext uri="{BB962C8B-B14F-4D97-AF65-F5344CB8AC3E}">
        <p14:creationId xmlns:p14="http://schemas.microsoft.com/office/powerpoint/2010/main" val="2171543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766916"/>
            <a:ext cx="8596668" cy="5211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Copy the patterns below exactly they are in the space provided</a:t>
            </a:r>
            <a:endParaRPr lang="en-US" sz="20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23986"/>
          <a:stretch/>
        </p:blipFill>
        <p:spPr>
          <a:xfrm>
            <a:off x="894735" y="1288026"/>
            <a:ext cx="6597446" cy="5569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55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Trace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237" t="1871" r="2237" b="3911"/>
          <a:stretch/>
        </p:blipFill>
        <p:spPr>
          <a:xfrm>
            <a:off x="904567" y="1270000"/>
            <a:ext cx="5879691" cy="5447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509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Number patterns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3" t="4509" r="2555" b="7304"/>
          <a:stretch/>
        </p:blipFill>
        <p:spPr>
          <a:xfrm>
            <a:off x="747251" y="1288026"/>
            <a:ext cx="6086167" cy="5368414"/>
          </a:xfrm>
        </p:spPr>
      </p:pic>
    </p:spTree>
    <p:extLst>
      <p:ext uri="{BB962C8B-B14F-4D97-AF65-F5344CB8AC3E}">
        <p14:creationId xmlns:p14="http://schemas.microsoft.com/office/powerpoint/2010/main" val="908747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27587"/>
          </a:xfrm>
        </p:spPr>
        <p:txBody>
          <a:bodyPr>
            <a:normAutofit/>
          </a:bodyPr>
          <a:lstStyle/>
          <a:p>
            <a:r>
              <a:rPr lang="en-US" sz="2800" dirty="0" smtClean="0"/>
              <a:t>Complete the following patterns </a:t>
            </a:r>
            <a:endParaRPr lang="en-US" sz="28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31" t="20366" r="7611" b="9486"/>
          <a:stretch/>
        </p:blipFill>
        <p:spPr>
          <a:xfrm>
            <a:off x="324465" y="1337187"/>
            <a:ext cx="6390967" cy="5520813"/>
          </a:xfrm>
        </p:spPr>
      </p:pic>
    </p:spTree>
    <p:extLst>
      <p:ext uri="{BB962C8B-B14F-4D97-AF65-F5344CB8AC3E}">
        <p14:creationId xmlns:p14="http://schemas.microsoft.com/office/powerpoint/2010/main" val="216904956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2233</TotalTime>
  <Words>29</Words>
  <Application>Microsoft Office PowerPoint</Application>
  <PresentationFormat>Widescreen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Trebuchet MS</vt:lpstr>
      <vt:lpstr>Wingdings 3</vt:lpstr>
      <vt:lpstr>Facet</vt:lpstr>
      <vt:lpstr>Patterns, Functions and Algebra </vt:lpstr>
      <vt:lpstr>Geometric patterns </vt:lpstr>
      <vt:lpstr>Complete the following patterns</vt:lpstr>
      <vt:lpstr>Copy the patterns below exactly they are in the space provided</vt:lpstr>
      <vt:lpstr>Trace </vt:lpstr>
      <vt:lpstr>Number patterns </vt:lpstr>
      <vt:lpstr>Complete the following patterns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Patterns, Functions and Algebra </dc:title>
  <dc:creator>27672</dc:creator>
  <cp:lastModifiedBy>27672</cp:lastModifiedBy>
  <cp:revision>4</cp:revision>
  <dcterms:created xsi:type="dcterms:W3CDTF">2024-07-09T09:31:38Z</dcterms:created>
  <dcterms:modified xsi:type="dcterms:W3CDTF">2024-07-10T22:45:37Z</dcterms:modified>
</cp:coreProperties>
</file>