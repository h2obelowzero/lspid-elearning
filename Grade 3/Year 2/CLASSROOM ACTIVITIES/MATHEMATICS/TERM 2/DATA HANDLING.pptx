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HANDLING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2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 AND SORT OBJECTS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1" t="7604" r="3781" b="3612"/>
          <a:stretch/>
        </p:blipFill>
        <p:spPr>
          <a:xfrm>
            <a:off x="3362633" y="1514169"/>
            <a:ext cx="5102942" cy="4965290"/>
          </a:xfrm>
        </p:spPr>
      </p:pic>
    </p:spTree>
    <p:extLst>
      <p:ext uri="{BB962C8B-B14F-4D97-AF65-F5344CB8AC3E}">
        <p14:creationId xmlns:p14="http://schemas.microsoft.com/office/powerpoint/2010/main" val="425355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ANALYSE AND INTERPRET DATA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9" t="13722" r="3367" b="10810"/>
          <a:stretch/>
        </p:blipFill>
        <p:spPr>
          <a:xfrm>
            <a:off x="3146323" y="1465007"/>
            <a:ext cx="5879690" cy="4886632"/>
          </a:xfrm>
        </p:spPr>
      </p:pic>
    </p:spTree>
    <p:extLst>
      <p:ext uri="{BB962C8B-B14F-4D97-AF65-F5344CB8AC3E}">
        <p14:creationId xmlns:p14="http://schemas.microsoft.com/office/powerpoint/2010/main" val="178000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6500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1218</TotalTime>
  <Words>11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Wisp</vt:lpstr>
      <vt:lpstr>DATA HANDLING </vt:lpstr>
      <vt:lpstr>COLLECT AND SORT OBJECTS </vt:lpstr>
      <vt:lpstr>ANALYSE AND INTERPRET DATA</vt:lpstr>
      <vt:lpstr>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HANDLING </dc:title>
  <dc:creator>27672</dc:creator>
  <cp:lastModifiedBy>27672</cp:lastModifiedBy>
  <cp:revision>2</cp:revision>
  <dcterms:created xsi:type="dcterms:W3CDTF">2024-07-10T06:17:36Z</dcterms:created>
  <dcterms:modified xsi:type="dcterms:W3CDTF">2024-07-12T06:36:18Z</dcterms:modified>
</cp:coreProperties>
</file>