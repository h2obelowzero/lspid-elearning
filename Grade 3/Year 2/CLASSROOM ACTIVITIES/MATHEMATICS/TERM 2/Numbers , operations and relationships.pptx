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73" r:id="rId6"/>
    <p:sldId id="272" r:id="rId7"/>
    <p:sldId id="259" r:id="rId8"/>
    <p:sldId id="260" r:id="rId9"/>
    <p:sldId id="261" r:id="rId10"/>
    <p:sldId id="262" r:id="rId11"/>
    <p:sldId id="264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fif"/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f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Numbers , operations and relationships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035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Symbols and number name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5" y="2063396"/>
            <a:ext cx="4892509" cy="349183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192" y="2063396"/>
            <a:ext cx="4862316" cy="3423004"/>
          </a:xfrm>
        </p:spPr>
      </p:pic>
    </p:spTree>
    <p:extLst>
      <p:ext uri="{BB962C8B-B14F-4D97-AF65-F5344CB8AC3E}">
        <p14:creationId xmlns:p14="http://schemas.microsoft.com/office/powerpoint/2010/main" val="1479137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239" y="685800"/>
            <a:ext cx="10217443" cy="1151965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COUNT  from 1 T0 </a:t>
            </a:r>
            <a:r>
              <a:rPr lang="en-US" sz="4800" dirty="0" smtClean="0"/>
              <a:t>100</a:t>
            </a:r>
            <a:r>
              <a:rPr lang="en-US" sz="4800" dirty="0" smtClean="0"/>
              <a:t> </a:t>
            </a:r>
            <a:endParaRPr lang="en-US" sz="48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3623" r="2555" b="5314"/>
          <a:stretch/>
        </p:blipFill>
        <p:spPr>
          <a:xfrm>
            <a:off x="1779639" y="1592826"/>
            <a:ext cx="8691716" cy="4060723"/>
          </a:xfrm>
        </p:spPr>
      </p:pic>
    </p:spTree>
    <p:extLst>
      <p:ext uri="{BB962C8B-B14F-4D97-AF65-F5344CB8AC3E}">
        <p14:creationId xmlns:p14="http://schemas.microsoft.com/office/powerpoint/2010/main" val="254787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779206"/>
          </a:xfrm>
        </p:spPr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 b="3932"/>
          <a:stretch/>
        </p:blipFill>
        <p:spPr>
          <a:xfrm>
            <a:off x="7629846" y="383458"/>
            <a:ext cx="3598146" cy="4896464"/>
          </a:xfrm>
        </p:spPr>
      </p:pic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606105" y="1661652"/>
            <a:ext cx="6541947" cy="3687096"/>
          </a:xfrm>
        </p:spPr>
        <p:txBody>
          <a:bodyPr/>
          <a:lstStyle/>
          <a:p>
            <a:r>
              <a:rPr lang="en-US" dirty="0" smtClean="0"/>
              <a:t>Fill in the missing numbers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" t="23733" r="1968" b="2934"/>
          <a:stretch/>
        </p:blipFill>
        <p:spPr>
          <a:xfrm>
            <a:off x="1504335" y="2143432"/>
            <a:ext cx="5289755" cy="329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3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Fill the missing numbers counting backwards </a:t>
            </a:r>
            <a:endParaRPr lang="en-US" sz="36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81" b="21930"/>
          <a:stretch/>
        </p:blipFill>
        <p:spPr>
          <a:xfrm>
            <a:off x="1691148" y="1494504"/>
            <a:ext cx="7148051" cy="4011562"/>
          </a:xfrm>
        </p:spPr>
      </p:pic>
    </p:spTree>
    <p:extLst>
      <p:ext uri="{BB962C8B-B14F-4D97-AF65-F5344CB8AC3E}">
        <p14:creationId xmlns:p14="http://schemas.microsoft.com/office/powerpoint/2010/main" val="334821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Count the number of objects in each of the following bo</a:t>
            </a:r>
            <a:r>
              <a:rPr lang="en-US" sz="4000" dirty="0"/>
              <a:t>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" t="19330" r="3311" b="3770"/>
          <a:stretch/>
        </p:blipFill>
        <p:spPr>
          <a:xfrm>
            <a:off x="685801" y="1946788"/>
            <a:ext cx="5223386" cy="3618270"/>
          </a:xfrm>
        </p:spPr>
      </p:pic>
    </p:spTree>
    <p:extLst>
      <p:ext uri="{BB962C8B-B14F-4D97-AF65-F5344CB8AC3E}">
        <p14:creationId xmlns:p14="http://schemas.microsoft.com/office/powerpoint/2010/main" val="29146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3775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Describe, compare and order numbers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90" y="2151886"/>
            <a:ext cx="7089057" cy="3403340"/>
          </a:xfrm>
        </p:spPr>
      </p:pic>
    </p:spTree>
    <p:extLst>
      <p:ext uri="{BB962C8B-B14F-4D97-AF65-F5344CB8AC3E}">
        <p14:creationId xmlns:p14="http://schemas.microsoft.com/office/powerpoint/2010/main" val="58277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t="17450" r="1683" b="3132"/>
          <a:stretch/>
        </p:blipFill>
        <p:spPr>
          <a:xfrm>
            <a:off x="6091948" y="1843940"/>
            <a:ext cx="4296697" cy="3750614"/>
          </a:xfrm>
        </p:spPr>
      </p:pic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" t="4762" r="3278"/>
          <a:stretch/>
        </p:blipFill>
        <p:spPr>
          <a:xfrm>
            <a:off x="1117623" y="1936954"/>
            <a:ext cx="4542504" cy="3736257"/>
          </a:xfrm>
        </p:spPr>
      </p:pic>
    </p:spTree>
    <p:extLst>
      <p:ext uri="{BB962C8B-B14F-4D97-AF65-F5344CB8AC3E}">
        <p14:creationId xmlns:p14="http://schemas.microsoft.com/office/powerpoint/2010/main" val="111987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smtClean="0"/>
              <a:t>Fractions</a:t>
            </a: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0" t="7780" r="3798" b="5492"/>
          <a:stretch/>
        </p:blipFill>
        <p:spPr>
          <a:xfrm>
            <a:off x="589936" y="1278194"/>
            <a:ext cx="6420464" cy="4385187"/>
          </a:xfrm>
        </p:spPr>
      </p:pic>
    </p:spTree>
    <p:extLst>
      <p:ext uri="{BB962C8B-B14F-4D97-AF65-F5344CB8AC3E}">
        <p14:creationId xmlns:p14="http://schemas.microsoft.com/office/powerpoint/2010/main" val="4230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Circle the cloud that shows the value of the underlined digit </a:t>
            </a:r>
            <a:endParaRPr lang="en-US" sz="20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400" dirty="0" smtClean="0"/>
              <a:t>Write the value of the underlined digit 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6" b="4623"/>
          <a:stretch/>
        </p:blipFill>
        <p:spPr>
          <a:xfrm>
            <a:off x="918356" y="1946787"/>
            <a:ext cx="4735191" cy="3637936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6"/>
          <a:stretch/>
        </p:blipFill>
        <p:spPr>
          <a:xfrm>
            <a:off x="6317377" y="1946787"/>
            <a:ext cx="4389952" cy="3637936"/>
          </a:xfrm>
        </p:spPr>
      </p:pic>
    </p:spTree>
    <p:extLst>
      <p:ext uri="{BB962C8B-B14F-4D97-AF65-F5344CB8AC3E}">
        <p14:creationId xmlns:p14="http://schemas.microsoft.com/office/powerpoint/2010/main" val="1587756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 and subtraction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" t="3022" r="2814" b="13602"/>
          <a:stretch/>
        </p:blipFill>
        <p:spPr>
          <a:xfrm>
            <a:off x="1111045" y="1750141"/>
            <a:ext cx="7108723" cy="3755923"/>
          </a:xfrm>
        </p:spPr>
      </p:pic>
    </p:spTree>
    <p:extLst>
      <p:ext uri="{BB962C8B-B14F-4D97-AF65-F5344CB8AC3E}">
        <p14:creationId xmlns:p14="http://schemas.microsoft.com/office/powerpoint/2010/main" val="333853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5" t="4583" r="4659" b="20834"/>
          <a:stretch/>
        </p:blipFill>
        <p:spPr>
          <a:xfrm>
            <a:off x="685801" y="1759974"/>
            <a:ext cx="4426973" cy="3785419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3" t="7143" r="2466" b="2806"/>
          <a:stretch/>
        </p:blipFill>
        <p:spPr>
          <a:xfrm>
            <a:off x="5914968" y="1759974"/>
            <a:ext cx="4365521" cy="3864078"/>
          </a:xfrm>
        </p:spPr>
      </p:pic>
    </p:spTree>
    <p:extLst>
      <p:ext uri="{BB962C8B-B14F-4D97-AF65-F5344CB8AC3E}">
        <p14:creationId xmlns:p14="http://schemas.microsoft.com/office/powerpoint/2010/main" val="54430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Money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58" y="1730477"/>
            <a:ext cx="7049729" cy="3854245"/>
          </a:xfrm>
        </p:spPr>
      </p:pic>
    </p:spTree>
    <p:extLst>
      <p:ext uri="{BB962C8B-B14F-4D97-AF65-F5344CB8AC3E}">
        <p14:creationId xmlns:p14="http://schemas.microsoft.com/office/powerpoint/2010/main" val="607312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818535"/>
          </a:xfrm>
        </p:spPr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693642" y="1573162"/>
            <a:ext cx="4126861" cy="380142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" t="2309" r="-180" b="7359"/>
          <a:stretch/>
        </p:blipFill>
        <p:spPr>
          <a:xfrm>
            <a:off x="5417574" y="511277"/>
            <a:ext cx="5417574" cy="5024284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3" b="2954"/>
          <a:stretch/>
        </p:blipFill>
        <p:spPr>
          <a:xfrm>
            <a:off x="693642" y="1573162"/>
            <a:ext cx="4126861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67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2745</TotalTime>
  <Words>71</Words>
  <Application>Microsoft Office PowerPoint</Application>
  <PresentationFormat>Widescreen</PresentationFormat>
  <Paragraphs>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Impact</vt:lpstr>
      <vt:lpstr>Main Event</vt:lpstr>
      <vt:lpstr>Numbers , operations and relationships </vt:lpstr>
      <vt:lpstr>Number Symbols and number name</vt:lpstr>
      <vt:lpstr>COUNT  from 1 T0 100 </vt:lpstr>
      <vt:lpstr>Activities </vt:lpstr>
      <vt:lpstr>Fill the missing numbers counting backwards </vt:lpstr>
      <vt:lpstr>Count the number of objects in each of the following box</vt:lpstr>
      <vt:lpstr>Describe, compare and order numbers </vt:lpstr>
      <vt:lpstr>Activities </vt:lpstr>
      <vt:lpstr>Fractions  </vt:lpstr>
      <vt:lpstr>Activities </vt:lpstr>
      <vt:lpstr>Addition and subtraction </vt:lpstr>
      <vt:lpstr>Activities </vt:lpstr>
      <vt:lpstr>Money</vt:lpstr>
      <vt:lpstr>Activities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, operations and relationships </dc:title>
  <dc:creator>27672</dc:creator>
  <cp:lastModifiedBy>27672</cp:lastModifiedBy>
  <cp:revision>19</cp:revision>
  <dcterms:created xsi:type="dcterms:W3CDTF">2024-07-09T09:21:11Z</dcterms:created>
  <dcterms:modified xsi:type="dcterms:W3CDTF">2024-07-11T07:31:32Z</dcterms:modified>
</cp:coreProperties>
</file>