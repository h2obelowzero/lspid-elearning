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booksupport-ncert.blogspot.com/2019/05/class-3-science-chapter-3-insects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wistynoodle.com/insect-tracing-minibook/one-page-sheet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wistynoodle.com/insect-tracing-minibook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anguageadvisor.net/insects-vocabulary-worksheet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insect-sortpdf-google-drive--324822191869486205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mediadigital.com/insects-skill-based-activities-for-grades-3-4-ebook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.esad.edu.br/en/printable-parts-of-an-insect-worksheet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k.com/uk/book/9780241410998-life-cycle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magicsteffen.z13.web.core.windows.net/printable-frog-life-cycle-worksheet-for-kindergarten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heetmagickeon99.z13.web.core.windows.net/life-cycle-activities-for-3rd-grade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quizzhartmann.z13.web.core.windows.net/life-cycle-worksheets-grade-3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binata.co.jp/blog/life.php?cat=order-letter-of-recommendation&amp;post_ID=8316&amp;ex=Yb-homework-help-science-cycles-of-life" TargetMode="Externa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interest.fr/pin/plant-and-animal-life-cycles-activity-word-search-worksheet--256142297539128161/" TargetMode="Externa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judith.z21.web.core.windows.net/life-cycle-for-grade-3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327636941645390876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orksheetplace.com/index.php?function=DisplaySheet&amp;sheet=Wordsearch-for-lifecycle&amp;links=8&amp;id=17034&amp;link4=1&amp;link6=86&amp;link7=83&amp;cn=Life_Cycle_Activities" TargetMode="External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22210039-world-environment-day-reduce-reuse-recycle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o.pearlriverresort.com/prints/printable-recycling-sorting-activity-worksheet.html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dayinourshoes.com/recycling-worksheets-for-kids-pdf-printable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assroomfreebiestoo.com/2015/04/earth-day-recycling-closeread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uzzlestoplay.com/recycling-word-search-puzzle/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lib.net/doc/25605120/grade-3-reduce-reuse-recycle-a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debyteachers.com/products/reduce-reuse-recycle-word-search-puzzle-worksheet-activity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ungfali.com/post/5499FF6BD9A67C71B95B4B20FDBF2493A1A3B124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2811313-8A1B-4AB3-8AD0-7A0565D7F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496579"/>
              </p:ext>
            </p:extLst>
          </p:nvPr>
        </p:nvGraphicFramePr>
        <p:xfrm>
          <a:off x="2032000" y="719665"/>
          <a:ext cx="8128000" cy="557511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578225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36072777"/>
                    </a:ext>
                  </a:extLst>
                </a:gridCol>
              </a:tblGrid>
              <a:tr h="1858372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Subject: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162979"/>
                  </a:ext>
                </a:extLst>
              </a:tr>
              <a:tr h="1858372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756414"/>
                  </a:ext>
                </a:extLst>
              </a:tr>
              <a:tr h="1858372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034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47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2B0E00-3B80-4EA1-9BEC-BBEC4A583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89085"/>
              </p:ext>
            </p:extLst>
          </p:nvPr>
        </p:nvGraphicFramePr>
        <p:xfrm>
          <a:off x="1060174" y="719666"/>
          <a:ext cx="10098156" cy="523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49078">
                  <a:extLst>
                    <a:ext uri="{9D8B030D-6E8A-4147-A177-3AD203B41FA5}">
                      <a16:colId xmlns:a16="http://schemas.microsoft.com/office/drawing/2014/main" val="1882584885"/>
                    </a:ext>
                  </a:extLst>
                </a:gridCol>
                <a:gridCol w="5049078">
                  <a:extLst>
                    <a:ext uri="{9D8B030D-6E8A-4147-A177-3AD203B41FA5}">
                      <a16:colId xmlns:a16="http://schemas.microsoft.com/office/drawing/2014/main" val="2419604268"/>
                    </a:ext>
                  </a:extLst>
                </a:gridCol>
              </a:tblGrid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INSECTS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LISTENING AND SPEAKING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81071"/>
                  </a:ext>
                </a:extLst>
              </a:tr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LIFE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PHONICS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648376"/>
                  </a:ext>
                </a:extLst>
              </a:tr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READING AND VIEWING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876018"/>
                  </a:ext>
                </a:extLst>
              </a:tr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KEEPING MY BODY 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HANDWRITING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44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35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30F8-EFB1-4AA7-B2C4-EFD9360E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err="1"/>
              <a:t>iNSECTS</a:t>
            </a:r>
            <a:endParaRPr lang="en-ZA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43FB5-D5CA-4CBF-BC1C-DAB851852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7652" y="2249488"/>
            <a:ext cx="9766851" cy="3541712"/>
          </a:xfrm>
        </p:spPr>
      </p:pic>
    </p:spTree>
    <p:extLst>
      <p:ext uri="{BB962C8B-B14F-4D97-AF65-F5344CB8AC3E}">
        <p14:creationId xmlns:p14="http://schemas.microsoft.com/office/powerpoint/2010/main" val="1645827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76A3-7474-4E6D-87DA-CB444343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7111-E6DE-4F61-9926-ED28CE2E7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74DA8-69C2-491B-AEB5-5B1A216DA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5374" y="2750893"/>
            <a:ext cx="10774017" cy="383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5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ED20-49B3-46DB-866D-1E61E48E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18B3E-98EE-4E44-9E16-F77AF4B24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4" y="2097088"/>
            <a:ext cx="10440986" cy="4303712"/>
          </a:xfrm>
        </p:spPr>
      </p:pic>
    </p:spTree>
    <p:extLst>
      <p:ext uri="{BB962C8B-B14F-4D97-AF65-F5344CB8AC3E}">
        <p14:creationId xmlns:p14="http://schemas.microsoft.com/office/powerpoint/2010/main" val="314512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C3B2-74DD-44EC-BE1C-0C4F8FC2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470A9-96F9-4433-9CC5-684A3E5E6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Group 2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4C29E-2793-486D-937B-D2E99E2C2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48139" y="2743200"/>
            <a:ext cx="1048247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4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4F14EE-7A5C-4A79-80EF-927327C7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B99B72-B6AF-4E79-8DE7-00569295E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8626" y="1775791"/>
            <a:ext cx="10278785" cy="4463691"/>
          </a:xfrm>
        </p:spPr>
      </p:pic>
    </p:spTree>
    <p:extLst>
      <p:ext uri="{BB962C8B-B14F-4D97-AF65-F5344CB8AC3E}">
        <p14:creationId xmlns:p14="http://schemas.microsoft.com/office/powerpoint/2010/main" val="124315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A24C-7BBD-47D6-AD16-0AE76D4E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790F2-0689-4AFC-9423-9290B1CBD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8CF63-D63A-4BBB-A509-436C47789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5550" y="2763078"/>
            <a:ext cx="12203527" cy="39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42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1962-6AD7-4FC2-A0B9-15B5E796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EA9EE8-3817-43F0-BDD0-D407DB84E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8625" y="1722783"/>
            <a:ext cx="10151165" cy="4516699"/>
          </a:xfrm>
        </p:spPr>
      </p:pic>
    </p:spTree>
    <p:extLst>
      <p:ext uri="{BB962C8B-B14F-4D97-AF65-F5344CB8AC3E}">
        <p14:creationId xmlns:p14="http://schemas.microsoft.com/office/powerpoint/2010/main" val="369451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47CF-1394-4B83-850F-9D60517D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D229F43-F9CF-420B-A857-31FF11B12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8870" y="1868557"/>
            <a:ext cx="10827026" cy="4492485"/>
          </a:xfrm>
        </p:spPr>
      </p:pic>
    </p:spTree>
    <p:extLst>
      <p:ext uri="{BB962C8B-B14F-4D97-AF65-F5344CB8AC3E}">
        <p14:creationId xmlns:p14="http://schemas.microsoft.com/office/powerpoint/2010/main" val="285207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459E-3D39-40BF-87BF-5264473E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3F5A-E91B-46CB-AB6A-DAF31707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Group 1 </a:t>
            </a:r>
          </a:p>
          <a:p>
            <a:r>
              <a:rPr lang="en-ZA" b="1" i="1" dirty="0"/>
              <a:t>Learners are required to trace the names of each stage below. 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EFD58-FCDB-4A44-A006-0D43D68A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2" y="3246782"/>
            <a:ext cx="10016918" cy="354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5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DBE9-1466-42E7-86E1-92390AAB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C6FB6F7-07C1-4E88-BE81-AC6A95022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8383" y="1934817"/>
            <a:ext cx="10239028" cy="4304665"/>
          </a:xfrm>
        </p:spPr>
      </p:pic>
    </p:spTree>
    <p:extLst>
      <p:ext uri="{BB962C8B-B14F-4D97-AF65-F5344CB8AC3E}">
        <p14:creationId xmlns:p14="http://schemas.microsoft.com/office/powerpoint/2010/main" val="287477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4FAD-1426-4EE6-9470-D53D968A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700B3-7AC7-4DFF-9D96-37F679C91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Group 2</a:t>
            </a:r>
          </a:p>
          <a:p>
            <a:r>
              <a:rPr lang="en-ZA" b="1" i="1" u="sng" dirty="0"/>
              <a:t>Learners are required to highlight words that have the same end sound on this passage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20DFF-DBE1-4FD4-A00C-314DB51AA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3670851"/>
            <a:ext cx="10228953" cy="306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86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0DB7-7FB7-4637-B663-B483B28B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B829FB-4D8F-4637-9341-6196E0B03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59635" y="2865994"/>
            <a:ext cx="5085787" cy="263365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3CBB3-0CC3-4282-9D3A-1E051A8AA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01147" y="1616764"/>
            <a:ext cx="10813773" cy="509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52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0B3E-B6EB-491C-B17A-60013880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33204"/>
          </a:xfrm>
        </p:spPr>
        <p:txBody>
          <a:bodyPr/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A5A30-218D-41B9-8E64-EA156EB76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0505"/>
            <a:ext cx="9905999" cy="947530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Group 3</a:t>
            </a:r>
          </a:p>
          <a:p>
            <a:r>
              <a:rPr lang="en-ZA" b="1" i="1" dirty="0"/>
              <a:t>Learners are required to identify and highlight rhyming words in this passage</a:t>
            </a:r>
            <a:r>
              <a:rPr lang="en-ZA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BCCD5-E2A4-4744-BC94-1F913EBD4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1635" y="2498035"/>
            <a:ext cx="10721008" cy="42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20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2F7-36C4-4658-A61B-4B195A6E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3447"/>
          </a:xfrm>
        </p:spPr>
        <p:txBody>
          <a:bodyPr/>
          <a:lstStyle/>
          <a:p>
            <a:r>
              <a:rPr lang="en-ZA" dirty="0"/>
              <a:t>LIFE CYCLE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C88AE-C748-4EF9-A8A6-1FA921532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0817" y="1311275"/>
            <a:ext cx="11516140" cy="50762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D2A607-60FB-4E60-9AFF-97FB2BC35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711278" y="2579539"/>
            <a:ext cx="5135872" cy="226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91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314D-A9CF-4EB0-BA75-243DF49A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recycling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F94F2-457F-4A4D-9A68-044043E1F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7896" y="1934817"/>
            <a:ext cx="10774017" cy="4625009"/>
          </a:xfrm>
        </p:spPr>
      </p:pic>
    </p:spTree>
    <p:extLst>
      <p:ext uri="{BB962C8B-B14F-4D97-AF65-F5344CB8AC3E}">
        <p14:creationId xmlns:p14="http://schemas.microsoft.com/office/powerpoint/2010/main" val="97397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0F95-17BA-46AB-AB54-27729427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33204"/>
          </a:xfrm>
        </p:spPr>
        <p:txBody>
          <a:bodyPr/>
          <a:lstStyle/>
          <a:p>
            <a:r>
              <a:rPr lang="en-ZA" dirty="0"/>
              <a:t>recycling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9AEDC-158B-4F02-99AD-88E01E5C9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45704"/>
            <a:ext cx="9905999" cy="4545497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16949-8C00-4705-A8CE-CAF902F0E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1656521"/>
            <a:ext cx="10480746" cy="47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05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255B-2CAA-4589-976C-FAE8AEC0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9708"/>
          </a:xfrm>
        </p:spPr>
        <p:txBody>
          <a:bodyPr/>
          <a:lstStyle/>
          <a:p>
            <a:r>
              <a:rPr lang="en-ZA" dirty="0"/>
              <a:t>RECYCLING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A3017-E230-42E3-8A2D-B0098B568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8226"/>
            <a:ext cx="9905999" cy="4412975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44741-677C-4152-AA03-C8BBCE882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5130" y="1775790"/>
            <a:ext cx="10813774" cy="477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1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ED87-0C1E-4952-955C-5166F303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87430"/>
          </a:xfrm>
        </p:spPr>
        <p:txBody>
          <a:bodyPr/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8FE02-B085-463C-AF4D-2A5FA34BA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35352"/>
            <a:ext cx="9905999" cy="4655849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r>
              <a:rPr lang="en-US" sz="1800" b="1" i="1" dirty="0">
                <a:latin typeface="Arial" panose="020B0604020202020204" pitchFamily="34" charset="0"/>
                <a:ea typeface="Calibri" panose="020F0502020204030204" pitchFamily="34" charset="0"/>
                <a:cs typeface="font279"/>
              </a:rPr>
              <a:t>Learners are required to </a:t>
            </a:r>
            <a:r>
              <a:rPr lang="en-US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font279"/>
              </a:rPr>
              <a:t>Identify capital letters, full stop and question mark in the passage below. </a:t>
            </a:r>
            <a:endParaRPr lang="en-ZA" sz="1800" b="1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font279"/>
            </a:endParaRPr>
          </a:p>
          <a:p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EC68E-FE96-409C-B371-A192E66AF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2411896"/>
            <a:ext cx="10626519" cy="432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76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03D7-38A9-41B4-A185-848590AC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B08B-3959-443B-88DA-A7153A605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799"/>
            <a:ext cx="9905999" cy="4724402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2F38A-18E8-4888-94DD-63FC1FEC0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9113" y="1515080"/>
            <a:ext cx="11039061" cy="517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28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258B-5B7A-4D4B-A117-E90BF036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A5FA-6135-4559-B327-147464F7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125" y="1202565"/>
            <a:ext cx="9905999" cy="3541714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6F872-619C-4B93-B04C-839E7216E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6125" y="1630017"/>
            <a:ext cx="10359750" cy="489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64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B8D7-51B4-4C7B-BFAA-58AD7E29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9645-987A-4CD3-BEA3-61CA59C0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799"/>
            <a:ext cx="9905999" cy="4724402"/>
          </a:xfrm>
        </p:spPr>
        <p:txBody>
          <a:bodyPr/>
          <a:lstStyle/>
          <a:p>
            <a:r>
              <a:rPr lang="en-ZA" dirty="0"/>
              <a:t>GROUP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E9F830-0B65-4071-B079-9AA0AF33B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7165" y="1515080"/>
            <a:ext cx="10787270" cy="487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3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28BA-8637-4DF5-BC1A-123E53EE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0682"/>
          </a:xfrm>
        </p:spPr>
        <p:txBody>
          <a:bodyPr/>
          <a:lstStyle/>
          <a:p>
            <a:r>
              <a:rPr lang="en-ZA" dirty="0"/>
              <a:t>KEEPING MY BODY SAFE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8BE7-6EED-46D2-A42C-44CC5258B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1126435"/>
            <a:ext cx="11635409" cy="5512904"/>
          </a:xfrm>
        </p:spPr>
        <p:txBody>
          <a:bodyPr/>
          <a:lstStyle/>
          <a:p>
            <a:r>
              <a:rPr lang="en-ZA" dirty="0"/>
              <a:t>Group 1 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6D4B1-B0E0-4ECD-9BB4-A35AB3475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0087" y="1923857"/>
            <a:ext cx="10217426" cy="471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43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290</TotalTime>
  <Words>143</Words>
  <Application>Microsoft Office PowerPoint</Application>
  <PresentationFormat>Widescreen</PresentationFormat>
  <Paragraphs>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Algerian</vt:lpstr>
      <vt:lpstr>Arial</vt:lpstr>
      <vt:lpstr>Calibri</vt:lpstr>
      <vt:lpstr>Tw Cen MT</vt:lpstr>
      <vt:lpstr>Circuit</vt:lpstr>
      <vt:lpstr>PowerPoint Presentation</vt:lpstr>
      <vt:lpstr>PowerPoint Presentation</vt:lpstr>
      <vt:lpstr>iNSECTS</vt:lpstr>
      <vt:lpstr>INSECTS</vt:lpstr>
      <vt:lpstr>Insects</vt:lpstr>
      <vt:lpstr>Insects</vt:lpstr>
      <vt:lpstr>Insects</vt:lpstr>
      <vt:lpstr>insects</vt:lpstr>
      <vt:lpstr>insects</vt:lpstr>
      <vt:lpstr>Life cycle</vt:lpstr>
      <vt:lpstr>Life cycle</vt:lpstr>
      <vt:lpstr>Life cycle</vt:lpstr>
      <vt:lpstr>Life cycle</vt:lpstr>
      <vt:lpstr>Life cycle</vt:lpstr>
      <vt:lpstr>Life cycle</vt:lpstr>
      <vt:lpstr>LIFE CYCLE</vt:lpstr>
      <vt:lpstr>recycling</vt:lpstr>
      <vt:lpstr>recycling</vt:lpstr>
      <vt:lpstr>RECYCLING</vt:lpstr>
      <vt:lpstr>Life cycle</vt:lpstr>
      <vt:lpstr>Life cycle</vt:lpstr>
      <vt:lpstr>Life cycle</vt:lpstr>
      <vt:lpstr>LIFE CYCLE</vt:lpstr>
      <vt:lpstr>KEEPING MY BODY SAFE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24</cp:revision>
  <dcterms:created xsi:type="dcterms:W3CDTF">2024-07-11T11:49:43Z</dcterms:created>
  <dcterms:modified xsi:type="dcterms:W3CDTF">2024-07-12T10:31:13Z</dcterms:modified>
</cp:coreProperties>
</file>