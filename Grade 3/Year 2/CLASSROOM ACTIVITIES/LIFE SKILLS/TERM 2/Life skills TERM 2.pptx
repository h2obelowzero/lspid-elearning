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9" r:id="rId12"/>
    <p:sldId id="271" r:id="rId13"/>
    <p:sldId id="272" r:id="rId14"/>
    <p:sldId id="274" r:id="rId15"/>
    <p:sldId id="273" r:id="rId16"/>
    <p:sldId id="276" r:id="rId17"/>
    <p:sldId id="277" r:id="rId18"/>
    <p:sldId id="278" r:id="rId19"/>
    <p:sldId id="280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62" d="100"/>
          <a:sy n="62" d="100"/>
        </p:scale>
        <p:origin x="84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booksupport-ncert.blogspot.com/2019/05/class-3-science-chapter-3-insects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drawingguides.com/insect-coloring-page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wistynoodle.com/insect-tracing-minibook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insect-sortpdf-google-drive--324822191869486205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able.esad.edu.br/en/printable-parts-of-an-insect-worksheet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k.com/uk/book/9780241410998-life-cycles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magicsteffen.z13.web.core.windows.net/printable-frog-life-cycle-worksheet-for-kindergarten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heetmagickeon99.z13.web.core.windows.net/life-cycle-activities-for-3rd-grade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binata.co.jp/blog/life.php?cat=order-letter-of-recommendation&amp;post_ID=8316&amp;ex=Yb-homework-help-science-cycles-of-life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interest.fr/pin/plant-and-animal-life-cycles-activity-word-search-worksheet--256142297539128161/" TargetMode="Externa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327636941645390876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orksheetplace.com/index.php?function=DisplaySheet&amp;sheet=Wordsearch-for-lifecycle&amp;links=8&amp;id=17034&amp;link4=1&amp;link6=86&amp;link7=83&amp;cn=Life_Cycle_Activities" TargetMode="Externa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22210039-world-environment-day-reduce-reuse-recycle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dayinourshoes.com/recycling-worksheets-for-kids-pdf-printable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o.pearlriverresort.com/prints/printable-recycling-sorting-activity-worksheet.html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uzzlestoplay.com/recycling-word-search-puzzle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nimalia-life.club/qa/pictures/how-to-draw-insects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debyteachers.com/products/reduce-reuse-recycle-word-search-puzzle-worksheet-activity/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resource/t-s-3687-body-safety-activity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ungfali.com/post/5499FF6BD9A67C71B95B4B20FDBF2493A1A3B124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2811313-8A1B-4AB3-8AD0-7A0565D7F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108379"/>
              </p:ext>
            </p:extLst>
          </p:nvPr>
        </p:nvGraphicFramePr>
        <p:xfrm>
          <a:off x="2032000" y="719665"/>
          <a:ext cx="8128000" cy="557511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578225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36072777"/>
                    </a:ext>
                  </a:extLst>
                </a:gridCol>
              </a:tblGrid>
              <a:tr h="1858372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Subject: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162979"/>
                  </a:ext>
                </a:extLst>
              </a:tr>
              <a:tr h="1858372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756414"/>
                  </a:ext>
                </a:extLst>
              </a:tr>
              <a:tr h="1858372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Algerian" panose="04020705040A02060702" pitchFamily="8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034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747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2B0E00-3B80-4EA1-9BEC-BBEC4A583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89085"/>
              </p:ext>
            </p:extLst>
          </p:nvPr>
        </p:nvGraphicFramePr>
        <p:xfrm>
          <a:off x="1060174" y="719666"/>
          <a:ext cx="10098156" cy="523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49078">
                  <a:extLst>
                    <a:ext uri="{9D8B030D-6E8A-4147-A177-3AD203B41FA5}">
                      <a16:colId xmlns:a16="http://schemas.microsoft.com/office/drawing/2014/main" val="1882584885"/>
                    </a:ext>
                  </a:extLst>
                </a:gridCol>
                <a:gridCol w="5049078">
                  <a:extLst>
                    <a:ext uri="{9D8B030D-6E8A-4147-A177-3AD203B41FA5}">
                      <a16:colId xmlns:a16="http://schemas.microsoft.com/office/drawing/2014/main" val="2419604268"/>
                    </a:ext>
                  </a:extLst>
                </a:gridCol>
              </a:tblGrid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INSECTS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LISTENING AND SPEAKING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681071"/>
                  </a:ext>
                </a:extLst>
              </a:tr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LIFE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PHONICS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648376"/>
                  </a:ext>
                </a:extLst>
              </a:tr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READING AND VIEWING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876018"/>
                  </a:ext>
                </a:extLst>
              </a:tr>
              <a:tr h="1307640">
                <a:tc>
                  <a:txBody>
                    <a:bodyPr/>
                    <a:lstStyle/>
                    <a:p>
                      <a:r>
                        <a:rPr lang="en-ZA" dirty="0"/>
                        <a:t>KEEPING MY BODY 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HANDWRITING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44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35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30F8-EFB1-4AA7-B2C4-EFD9360E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 err="1"/>
              <a:t>iNSECTS</a:t>
            </a:r>
            <a:endParaRPr lang="en-ZA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43FB5-D5CA-4CBF-BC1C-DAB851852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7652" y="2249488"/>
            <a:ext cx="9766851" cy="3541712"/>
          </a:xfrm>
        </p:spPr>
      </p:pic>
    </p:spTree>
    <p:extLst>
      <p:ext uri="{BB962C8B-B14F-4D97-AF65-F5344CB8AC3E}">
        <p14:creationId xmlns:p14="http://schemas.microsoft.com/office/powerpoint/2010/main" val="1645827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76A3-7474-4E6D-87DA-CB444343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23534"/>
          </a:xfrm>
        </p:spPr>
        <p:txBody>
          <a:bodyPr/>
          <a:lstStyle/>
          <a:p>
            <a:r>
              <a:rPr lang="en-ZA" dirty="0"/>
              <a:t>INSECTS</a:t>
            </a:r>
            <a:br>
              <a:rPr lang="en-ZA" dirty="0"/>
            </a:br>
            <a:r>
              <a:rPr lang="en-ZA" sz="2000" i="1" dirty="0"/>
              <a:t>Learners are required to colour the insects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7111-E6DE-4F61-9926-ED28CE2E7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89045"/>
            <a:ext cx="9905999" cy="4002156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B1E4F-FD10-40EE-BB75-5D061CB06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2" y="2345635"/>
            <a:ext cx="10573510" cy="43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5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ED20-49B3-46DB-866D-1E61E48E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51256"/>
          </a:xfrm>
        </p:spPr>
        <p:txBody>
          <a:bodyPr>
            <a:normAutofit fontScale="90000"/>
          </a:bodyPr>
          <a:lstStyle/>
          <a:p>
            <a:r>
              <a:rPr lang="en-ZA" dirty="0"/>
              <a:t>Insects</a:t>
            </a:r>
            <a:br>
              <a:rPr lang="en-ZA" dirty="0"/>
            </a:br>
            <a:r>
              <a:rPr lang="en-ZA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18B3E-98EE-4E44-9E16-F77AF4B24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4" y="1669774"/>
            <a:ext cx="10440986" cy="4731026"/>
          </a:xfrm>
        </p:spPr>
      </p:pic>
    </p:spTree>
    <p:extLst>
      <p:ext uri="{BB962C8B-B14F-4D97-AF65-F5344CB8AC3E}">
        <p14:creationId xmlns:p14="http://schemas.microsoft.com/office/powerpoint/2010/main" val="314512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C3B2-74DD-44EC-BE1C-0C4F8FC2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470A9-96F9-4433-9CC5-684A3E5E6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96278"/>
            <a:ext cx="9905999" cy="4094923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BE10492A-5B34-418E-BE54-B6F2C7013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8626" y="2252870"/>
            <a:ext cx="10747513" cy="42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4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1962-6AD7-4FC2-A0B9-15B5E796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insects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EA9EE8-3817-43F0-BDD0-D407DB84E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8625" y="1722783"/>
            <a:ext cx="10151165" cy="4516699"/>
          </a:xfrm>
        </p:spPr>
      </p:pic>
    </p:spTree>
    <p:extLst>
      <p:ext uri="{BB962C8B-B14F-4D97-AF65-F5344CB8AC3E}">
        <p14:creationId xmlns:p14="http://schemas.microsoft.com/office/powerpoint/2010/main" val="369451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47CF-1394-4B83-850F-9D60517D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D229F43-F9CF-420B-A857-31FF11B12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8870" y="1868557"/>
            <a:ext cx="10827026" cy="4492485"/>
          </a:xfrm>
        </p:spPr>
      </p:pic>
    </p:spTree>
    <p:extLst>
      <p:ext uri="{BB962C8B-B14F-4D97-AF65-F5344CB8AC3E}">
        <p14:creationId xmlns:p14="http://schemas.microsoft.com/office/powerpoint/2010/main" val="2852075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459E-3D39-40BF-87BF-5264473E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3F5A-E91B-46CB-AB6A-DAF31707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Group 1 </a:t>
            </a:r>
          </a:p>
          <a:p>
            <a:r>
              <a:rPr lang="en-ZA" b="1" i="1" dirty="0"/>
              <a:t>Learners are required to trace the names of each stage below. 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EFD58-FCDB-4A44-A006-0D43D68A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412" y="3246782"/>
            <a:ext cx="10016918" cy="354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53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DBE9-1466-42E7-86E1-92390AAB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Life cycle</a:t>
            </a:r>
            <a:br>
              <a:rPr lang="en-ZA" dirty="0"/>
            </a:br>
            <a:r>
              <a:rPr lang="en-ZA" sz="2000" i="1" u="sng" dirty="0"/>
              <a:t>Learners must sort stages of growth accordingly.</a:t>
            </a:r>
            <a:br>
              <a:rPr lang="en-ZA" sz="2000" i="1" u="sng" dirty="0"/>
            </a:br>
            <a:r>
              <a:rPr lang="en-ZA" sz="2000" i="1" u="sng" dirty="0"/>
              <a:t>Group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C6FB6F7-07C1-4E88-BE81-AC6A95022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8383" y="1934817"/>
            <a:ext cx="10239028" cy="4304665"/>
          </a:xfrm>
        </p:spPr>
      </p:pic>
    </p:spTree>
    <p:extLst>
      <p:ext uri="{BB962C8B-B14F-4D97-AF65-F5344CB8AC3E}">
        <p14:creationId xmlns:p14="http://schemas.microsoft.com/office/powerpoint/2010/main" val="2874771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0DB7-7FB7-4637-B663-B483B28B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cycle</a:t>
            </a:r>
            <a:br>
              <a:rPr lang="en-ZA" dirty="0"/>
            </a:br>
            <a:r>
              <a:rPr lang="en-ZA" sz="2000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B829FB-4D8F-4637-9341-6196E0B03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59635" y="2865994"/>
            <a:ext cx="5085787" cy="263365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3CBB3-0CC3-4282-9D3A-1E051A8AA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01147" y="1908313"/>
            <a:ext cx="10813773" cy="480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52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92F7-36C4-4658-A61B-4B195A6E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3447"/>
          </a:xfrm>
        </p:spPr>
        <p:txBody>
          <a:bodyPr/>
          <a:lstStyle/>
          <a:p>
            <a:r>
              <a:rPr lang="en-ZA" dirty="0"/>
              <a:t>LIFE CYCLE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C88AE-C748-4EF9-A8A6-1FA921532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0817" y="1311275"/>
            <a:ext cx="11516140" cy="50762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D2A607-60FB-4E60-9AFF-97FB2BC35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711278" y="2579539"/>
            <a:ext cx="5135872" cy="226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9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314D-A9CF-4EB0-BA75-243DF49A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recycling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F94F2-457F-4A4D-9A68-044043E1F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7896" y="1934817"/>
            <a:ext cx="10774017" cy="4625009"/>
          </a:xfrm>
        </p:spPr>
      </p:pic>
    </p:spTree>
    <p:extLst>
      <p:ext uri="{BB962C8B-B14F-4D97-AF65-F5344CB8AC3E}">
        <p14:creationId xmlns:p14="http://schemas.microsoft.com/office/powerpoint/2010/main" val="9739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255B-2CAA-4589-976C-FAE8AEC0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9708"/>
          </a:xfrm>
        </p:spPr>
        <p:txBody>
          <a:bodyPr/>
          <a:lstStyle/>
          <a:p>
            <a:r>
              <a:rPr lang="en-ZA" dirty="0"/>
              <a:t>RECYCLING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A3017-E230-42E3-8A2D-B0098B568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8226"/>
            <a:ext cx="9905999" cy="4412975"/>
          </a:xfrm>
        </p:spPr>
        <p:txBody>
          <a:bodyPr/>
          <a:lstStyle/>
          <a:p>
            <a:r>
              <a:rPr lang="en-ZA" dirty="0"/>
              <a:t>Group 1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44741-677C-4152-AA03-C8BBCE882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5130" y="1775790"/>
            <a:ext cx="10813774" cy="477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0F95-17BA-46AB-AB54-27729427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62734"/>
            <a:ext cx="9905998" cy="733204"/>
          </a:xfrm>
        </p:spPr>
        <p:txBody>
          <a:bodyPr/>
          <a:lstStyle/>
          <a:p>
            <a:r>
              <a:rPr lang="en-ZA" dirty="0"/>
              <a:t>recycling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9AEDC-158B-4F02-99AD-88E01E5C9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45704"/>
            <a:ext cx="9905999" cy="4545497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r>
              <a:rPr lang="en-ZA" u="sng" dirty="0"/>
              <a:t>Learners must sort the litter according to its material.</a:t>
            </a:r>
          </a:p>
          <a:p>
            <a:endParaRPr lang="en-ZA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16949-8C00-4705-A8CE-CAF902F0E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7459" y="2312503"/>
            <a:ext cx="10480746" cy="454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05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03D7-38A9-41B4-A185-848590AC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B08B-3959-443B-88DA-A7153A605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799"/>
            <a:ext cx="9905999" cy="4724402"/>
          </a:xfrm>
        </p:spPr>
        <p:txBody>
          <a:bodyPr/>
          <a:lstStyle/>
          <a:p>
            <a:r>
              <a:rPr lang="en-ZA" dirty="0"/>
              <a:t>Group 2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2F38A-18E8-4888-94DD-63FC1FEC0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9113" y="1515080"/>
            <a:ext cx="11039061" cy="517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2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258B-5B7A-4D4B-A117-E90BF036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A5FA-6135-4559-B327-147464F7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125" y="1202565"/>
            <a:ext cx="9905999" cy="3541714"/>
          </a:xfrm>
        </p:spPr>
        <p:txBody>
          <a:bodyPr/>
          <a:lstStyle/>
          <a:p>
            <a:r>
              <a:rPr lang="en-ZA" dirty="0"/>
              <a:t>Group 3</a:t>
            </a:r>
          </a:p>
          <a:p>
            <a:r>
              <a:rPr lang="en-ZA" dirty="0"/>
              <a:t>Learners are required to draw the insect below.</a:t>
            </a:r>
          </a:p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1B97E-BAAF-4440-B573-16320873D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2922" y="2205742"/>
            <a:ext cx="10109202" cy="46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64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B8D7-51B4-4C7B-BFAA-58AD7E29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ZA" dirty="0"/>
              <a:t>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9645-987A-4CD3-BEA3-61CA59C0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799"/>
            <a:ext cx="9905999" cy="4724402"/>
          </a:xfrm>
        </p:spPr>
        <p:txBody>
          <a:bodyPr/>
          <a:lstStyle/>
          <a:p>
            <a:r>
              <a:rPr lang="en-ZA" dirty="0"/>
              <a:t>GROUP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E9F830-0B65-4071-B079-9AA0AF33B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7165" y="1515080"/>
            <a:ext cx="10787270" cy="487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3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88D7-04F3-4A29-991D-518CB5EC8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9319"/>
          </a:xfrm>
        </p:spPr>
        <p:txBody>
          <a:bodyPr>
            <a:normAutofit fontScale="90000"/>
          </a:bodyPr>
          <a:lstStyle/>
          <a:p>
            <a:r>
              <a:rPr lang="en-ZA" dirty="0"/>
              <a:t>Keeping my body safe</a:t>
            </a:r>
            <a:br>
              <a:rPr lang="en-ZA" dirty="0"/>
            </a:br>
            <a:r>
              <a:rPr lang="en-ZA"/>
              <a:t>Group 1/2/3</a:t>
            </a:r>
            <a:br>
              <a:rPr lang="en-ZA" dirty="0"/>
            </a:br>
            <a:r>
              <a:rPr lang="en-ZA" sz="2000" i="1" u="sng" dirty="0"/>
              <a:t>Learners are required to colour in the private parts of the body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7CF283-8A28-4547-ACA1-62A4ED8AE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7905" y="1735810"/>
            <a:ext cx="10569844" cy="4928461"/>
          </a:xfrm>
        </p:spPr>
      </p:pic>
    </p:spTree>
    <p:extLst>
      <p:ext uri="{BB962C8B-B14F-4D97-AF65-F5344CB8AC3E}">
        <p14:creationId xmlns:p14="http://schemas.microsoft.com/office/powerpoint/2010/main" val="3377450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28BA-8637-4DF5-BC1A-123E53EE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0682"/>
          </a:xfrm>
        </p:spPr>
        <p:txBody>
          <a:bodyPr/>
          <a:lstStyle/>
          <a:p>
            <a:r>
              <a:rPr lang="en-ZA" dirty="0"/>
              <a:t>KEEPING MY BODY SAFE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8BE7-6EED-46D2-A42C-44CC5258B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1126435"/>
            <a:ext cx="11635409" cy="5512904"/>
          </a:xfrm>
        </p:spPr>
        <p:txBody>
          <a:bodyPr/>
          <a:lstStyle/>
          <a:p>
            <a:r>
              <a:rPr lang="en-ZA" dirty="0"/>
              <a:t>Group 1 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6D4B1-B0E0-4ECD-9BB4-A35AB3475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0087" y="1923857"/>
            <a:ext cx="10217426" cy="471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43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313</TotalTime>
  <Words>147</Words>
  <Application>Microsoft Office PowerPoint</Application>
  <PresentationFormat>Widescreen</PresentationFormat>
  <Paragraphs>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Algerian</vt:lpstr>
      <vt:lpstr>Arial</vt:lpstr>
      <vt:lpstr>Tw Cen MT</vt:lpstr>
      <vt:lpstr>Circuit</vt:lpstr>
      <vt:lpstr>PowerPoint Presentation</vt:lpstr>
      <vt:lpstr>PowerPoint Presentation</vt:lpstr>
      <vt:lpstr>iNSECTS</vt:lpstr>
      <vt:lpstr>INSECTS Learners are required to colour the insects</vt:lpstr>
      <vt:lpstr>Insects Group 2</vt:lpstr>
      <vt:lpstr>Insects</vt:lpstr>
      <vt:lpstr>insects</vt:lpstr>
      <vt:lpstr>Life cycle</vt:lpstr>
      <vt:lpstr>Life cycle</vt:lpstr>
      <vt:lpstr>Life cycle Learners must sort stages of growth accordingly. Group 2</vt:lpstr>
      <vt:lpstr>Life cycle Group 3</vt:lpstr>
      <vt:lpstr>LIFE CYCLE</vt:lpstr>
      <vt:lpstr>recycling</vt:lpstr>
      <vt:lpstr>RECYCLING</vt:lpstr>
      <vt:lpstr>recycling</vt:lpstr>
      <vt:lpstr>Life cycle</vt:lpstr>
      <vt:lpstr>Life cycle</vt:lpstr>
      <vt:lpstr>LIFE CYCLE</vt:lpstr>
      <vt:lpstr>Keeping my body safe Group 1/2/3 Learners are required to colour in the private parts of the body</vt:lpstr>
      <vt:lpstr>KEEPING MY BODY SAFE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Student_PC</dc:creator>
  <cp:lastModifiedBy>Student_PC</cp:lastModifiedBy>
  <cp:revision>28</cp:revision>
  <dcterms:created xsi:type="dcterms:W3CDTF">2024-07-11T11:49:43Z</dcterms:created>
  <dcterms:modified xsi:type="dcterms:W3CDTF">2024-07-15T09:57:47Z</dcterms:modified>
</cp:coreProperties>
</file>