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1" r:id="rId2"/>
    <p:sldMasterId id="2147483713" r:id="rId3"/>
    <p:sldMasterId id="2147483725" r:id="rId4"/>
    <p:sldMasterId id="2147483761" r:id="rId5"/>
    <p:sldMasterId id="2147483773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4" r:id="rId22"/>
    <p:sldId id="272" r:id="rId23"/>
    <p:sldId id="271" r:id="rId24"/>
    <p:sldId id="273" r:id="rId25"/>
    <p:sldId id="275" r:id="rId26"/>
    <p:sldId id="276" r:id="rId27"/>
    <p:sldId id="277" r:id="rId28"/>
    <p:sldId id="278" r:id="rId29"/>
    <p:sldId id="281" r:id="rId30"/>
    <p:sldId id="279" r:id="rId31"/>
    <p:sldId id="280" r:id="rId32"/>
    <p:sldId id="282" r:id="rId33"/>
    <p:sldId id="283" r:id="rId34"/>
    <p:sldId id="284" r:id="rId35"/>
    <p:sldId id="285" r:id="rId36"/>
    <p:sldId id="286" r:id="rId37"/>
    <p:sldId id="288" r:id="rId38"/>
    <p:sldId id="287" r:id="rId39"/>
    <p:sldId id="289" r:id="rId40"/>
    <p:sldId id="290" r:id="rId41"/>
    <p:sldId id="291" r:id="rId42"/>
    <p:sldId id="29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evor Mkhonta" initials="TM" lastIdx="1" clrIdx="0">
    <p:extLst>
      <p:ext uri="{19B8F6BF-5375-455C-9EA6-DF929625EA0E}">
        <p15:presenceInfo xmlns:p15="http://schemas.microsoft.com/office/powerpoint/2012/main" userId="5e7cbe428c5f0f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6488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78259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531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4012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7279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72140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6085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6184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48604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03717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82872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00707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50933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49032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983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540622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38594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688643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246144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951045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232609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749058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6582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44778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269474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52893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419106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56616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153878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947151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289731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36814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02593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463571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681427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205425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737247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657188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85367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400190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463599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465753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95775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22945"/>
      </p:ext>
    </p:extLst>
  </p:cSld>
  <p:clrMapOvr>
    <a:masterClrMapping/>
  </p:clrMapOvr>
  <p:transition spd="slow">
    <p:wip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417B-632B-B00F-E117-A0548147B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67429-AE11-0E8E-432D-0196DDEF3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01C02-6F83-F5B5-CFBA-9E9206A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57D3-6328-8475-80A7-128124E9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0AC39-30B0-DEE4-788B-6675277A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506996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2B67-CA9D-06DD-AE53-08627925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14A8-3449-D5DD-A293-B9A79D01A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205A-8746-508C-9B13-539CD843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08B0-2228-5737-EFF2-9125E4C3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75F9A-B4F4-B3EE-BFEF-EFBFB8A0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052796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84A1-E5F2-55BA-243C-6C4B38D5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0BD-51CF-D164-2917-A5D3CE18A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7600-3EF1-ED65-BC3C-A6E4014C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A3200-D704-F77B-0F43-940E973F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4BC1E-5068-0378-4CF5-E58287B0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074242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A371-CA3C-526C-1DE2-F7A4F8BA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DC74-FB49-0772-5435-353B45E9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043EC-CB0E-1AE8-AE1B-ACF5986FF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630DA-336E-A323-EAE9-7CACA591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97C82-FBEC-5354-35F6-09D0CDEC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B6893-3820-E10B-7656-14012411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69646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2F35-A673-F8DA-566B-D9116ED0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24637-F606-6B74-5ADE-660691AF4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8ADB4-5CE7-FB50-2023-A273BB261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1003D-1056-FAFE-67CB-C0DC385DC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4F48F-C4F9-C12C-A3C9-51B22383F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25EF3-CAED-2464-2278-3F82B583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B8F22-3D7D-C760-9C89-5E9C0393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2B800-5399-225B-3164-F6E4255B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953990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CCEC-2148-D59E-43FE-07C7875E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76202-09CD-C2D3-F4AB-E06EB0C5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AA44-4004-925E-3781-6DF73731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085FE-E57E-118C-BDDE-E1A0DF8B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098697"/>
      </p:ext>
    </p:extLst>
  </p:cSld>
  <p:clrMapOvr>
    <a:masterClrMapping/>
  </p:clrMapOvr>
  <p:transition spd="slow">
    <p:wip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49BCC-ED6E-5E56-E5CC-3C346A0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9632D-AFB3-5889-A6B7-2FFD1077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571AE-5564-EF69-43C1-1C716269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4651"/>
      </p:ext>
    </p:extLst>
  </p:cSld>
  <p:clrMapOvr>
    <a:masterClrMapping/>
  </p:clrMapOvr>
  <p:transition spd="slow">
    <p:wip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610-5E16-8E13-1518-35122794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D491-CBA7-7646-D118-74F44C7B5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78377-236D-5EEA-249B-CA6C8316E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6651A-8BD5-9103-6C1D-DB8E3039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89D0E-BC14-DE83-DE24-AC4DF8FB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1F77B-2E99-66D3-F352-4ACD1EB3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356017"/>
      </p:ext>
    </p:extLst>
  </p:cSld>
  <p:clrMapOvr>
    <a:masterClrMapping/>
  </p:clrMapOvr>
  <p:transition spd="slow">
    <p:wip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843C-6731-CC21-6182-CD89BA23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438DE-8362-A189-4729-6E0F95E20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FEB7-88B8-E88B-798D-73E5D903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4459D-7722-1A26-AD74-7AE13A05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78D35-A73F-D071-ECB1-6449292F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6F797-EFFD-9006-CD79-BA09E53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672826"/>
      </p:ext>
    </p:extLst>
  </p:cSld>
  <p:clrMapOvr>
    <a:masterClrMapping/>
  </p:clrMapOvr>
  <p:transition spd="slow">
    <p:wip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E182-8200-F41C-F5F0-15081BF3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3D68F-5F00-0AAE-7074-21D77F42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C025-2585-A06B-6C3A-51D583EA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7B89-46CE-D688-2B2B-EB650661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A91A-BDBD-B818-64CC-E7B7DE36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828109"/>
      </p:ext>
    </p:extLst>
  </p:cSld>
  <p:clrMapOvr>
    <a:masterClrMapping/>
  </p:clrMapOvr>
  <p:transition spd="slow">
    <p:wip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EF5CE-08ED-F462-199F-BBA0B511B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433D2-6C22-EEB0-17E8-BEFF8160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942B9-3BCA-AA3A-D347-BC5E75D9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8FCF-EC8F-A0EE-73F3-3EED85D8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2885F-D326-4018-8C93-239236B2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803264"/>
      </p:ext>
    </p:extLst>
  </p:cSld>
  <p:clrMapOvr>
    <a:masterClrMapping/>
  </p:clrMapOvr>
  <p:transition spd="slow">
    <p:wip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08444"/>
      </p:ext>
    </p:extLst>
  </p:cSld>
  <p:clrMapOvr>
    <a:masterClrMapping/>
  </p:clrMapOvr>
  <p:transition spd="slow">
    <p:wip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465497"/>
      </p:ext>
    </p:extLst>
  </p:cSld>
  <p:clrMapOvr>
    <a:masterClrMapping/>
  </p:clrMapOvr>
  <p:transition spd="slow">
    <p:wip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474292"/>
      </p:ext>
    </p:extLst>
  </p:cSld>
  <p:clrMapOvr>
    <a:masterClrMapping/>
  </p:clrMapOvr>
  <p:transition spd="slow">
    <p:wip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01011"/>
      </p:ext>
    </p:extLst>
  </p:cSld>
  <p:clrMapOvr>
    <a:masterClrMapping/>
  </p:clrMapOvr>
  <p:transition spd="slow">
    <p:wip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885676"/>
      </p:ext>
    </p:extLst>
  </p:cSld>
  <p:clrMapOvr>
    <a:masterClrMapping/>
  </p:clrMapOvr>
  <p:transition spd="slow">
    <p:wip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79955"/>
      </p:ext>
    </p:extLst>
  </p:cSld>
  <p:clrMapOvr>
    <a:masterClrMapping/>
  </p:clrMapOvr>
  <p:transition spd="slow">
    <p:wip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226157"/>
      </p:ext>
    </p:extLst>
  </p:cSld>
  <p:clrMapOvr>
    <a:masterClrMapping/>
  </p:clrMapOvr>
  <p:transition spd="slow">
    <p:wip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484579"/>
      </p:ext>
    </p:extLst>
  </p:cSld>
  <p:clrMapOvr>
    <a:masterClrMapping/>
  </p:clrMapOvr>
  <p:transition spd="slow">
    <p:wip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063501"/>
      </p:ext>
    </p:extLst>
  </p:cSld>
  <p:clrMapOvr>
    <a:masterClrMapping/>
  </p:clrMapOvr>
  <p:transition spd="slow">
    <p:wip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3810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95642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1615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7547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4359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3219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269516"/>
      </p:ext>
    </p:extLst>
  </p:cSld>
  <p:clrMapOvr>
    <a:masterClrMapping/>
  </p:clrMapOvr>
  <p:transition spd="slow">
    <p:wip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23820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24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04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9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28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8AAAB-6640-DDC2-7047-096F38BC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8BCE-FCD7-C73B-4471-0BC311782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E363F-BFF6-AF37-61A9-34D21D5E5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4C75-1B7B-4082-31D9-633A465EE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5FC3-0152-59FB-B401-93663DAB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6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A7B5A9-3724-4752-B4A7-49A06A9BDB2B}" type="datetimeFigureOut">
              <a:rPr lang="en-GB" smtClean="0"/>
              <a:t>06/06/2024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1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51.xml"/><Relationship Id="rId1" Type="http://schemas.openxmlformats.org/officeDocument/2006/relationships/video" Target="https://www.youtube.com/embed/Ld7EnSVA-5w?feature=oembe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51.xml"/><Relationship Id="rId1" Type="http://schemas.openxmlformats.org/officeDocument/2006/relationships/video" Target="https://www.youtube.com/embed/nRAtl_Jcn2Y?feature=oembed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51.xml"/><Relationship Id="rId1" Type="http://schemas.openxmlformats.org/officeDocument/2006/relationships/video" Target="https://www.youtube.com/embed/ReP9CjQW3P4?feature=oembed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51.xml"/><Relationship Id="rId1" Type="http://schemas.openxmlformats.org/officeDocument/2006/relationships/video" Target="https://www.youtube.com/embed/2RPrbi2n0Zw?feature=oembed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4FA04E-4A04-1446-C48F-ED0A03FA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4782"/>
              </p:ext>
            </p:extLst>
          </p:nvPr>
        </p:nvGraphicFramePr>
        <p:xfrm>
          <a:off x="434340" y="1005840"/>
          <a:ext cx="11269980" cy="468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4990">
                  <a:extLst>
                    <a:ext uri="{9D8B030D-6E8A-4147-A177-3AD203B41FA5}">
                      <a16:colId xmlns:a16="http://schemas.microsoft.com/office/drawing/2014/main" val="894803012"/>
                    </a:ext>
                  </a:extLst>
                </a:gridCol>
                <a:gridCol w="5634990">
                  <a:extLst>
                    <a:ext uri="{9D8B030D-6E8A-4147-A177-3AD203B41FA5}">
                      <a16:colId xmlns:a16="http://schemas.microsoft.com/office/drawing/2014/main" val="427969949"/>
                    </a:ext>
                  </a:extLst>
                </a:gridCol>
              </a:tblGrid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SUBJECT 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LIFE SKILLS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4013954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GRADE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3 </a:t>
                      </a:r>
                      <a:r>
                        <a:rPr lang="en-ZA" sz="4400" kern="1400">
                          <a:effectLst/>
                        </a:rPr>
                        <a:t>YEAR 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796625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TERM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1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61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6381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3A03BF-EA6B-45AD-8CE2-585CD05A3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717378"/>
              </p:ext>
            </p:extLst>
          </p:nvPr>
        </p:nvGraphicFramePr>
        <p:xfrm>
          <a:off x="960120" y="1583401"/>
          <a:ext cx="10721340" cy="50387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9518">
                  <a:extLst>
                    <a:ext uri="{9D8B030D-6E8A-4147-A177-3AD203B41FA5}">
                      <a16:colId xmlns:a16="http://schemas.microsoft.com/office/drawing/2014/main" val="3929995469"/>
                    </a:ext>
                  </a:extLst>
                </a:gridCol>
                <a:gridCol w="4871822">
                  <a:extLst>
                    <a:ext uri="{9D8B030D-6E8A-4147-A177-3AD203B41FA5}">
                      <a16:colId xmlns:a16="http://schemas.microsoft.com/office/drawing/2014/main" val="3632659282"/>
                    </a:ext>
                  </a:extLst>
                </a:gridCol>
              </a:tblGrid>
              <a:tr h="12684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1-2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solidFill>
                            <a:schemeClr val="tx1"/>
                          </a:solidFill>
                          <a:effectLst/>
                        </a:rPr>
                        <a:t>ME AND MY TIMELINE</a:t>
                      </a:r>
                      <a:endParaRPr lang="en-GB" sz="4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34498"/>
                  </a:ext>
                </a:extLst>
              </a:tr>
              <a:tr h="12684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>
                          <a:effectLst/>
                        </a:rPr>
                        <a:t>WEEK 3-4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solidFill>
                            <a:schemeClr val="tx1"/>
                          </a:solidFill>
                          <a:effectLst/>
                        </a:rPr>
                        <a:t>ME MY RIGHTS AND RESPONSIBILITIES</a:t>
                      </a:r>
                      <a:endParaRPr lang="en-GB" sz="4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1663776"/>
                  </a:ext>
                </a:extLst>
              </a:tr>
              <a:tr h="12684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>
                          <a:effectLst/>
                        </a:rPr>
                        <a:t>WEEK 5-6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MY FEELINGS AND EMOTIONS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862217"/>
                  </a:ext>
                </a:extLst>
              </a:tr>
              <a:tr h="829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7-8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solidFill>
                            <a:schemeClr val="tx1"/>
                          </a:solidFill>
                          <a:effectLst/>
                        </a:rPr>
                        <a:t>CHANGES IN ME</a:t>
                      </a:r>
                      <a:endParaRPr lang="en-GB" sz="4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5767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EFCB91-6FC2-AD9D-4047-53F1C3B2B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620" y="290738"/>
            <a:ext cx="299466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C Junior Typing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endParaRPr kumimoji="0" lang="en-GB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5853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2BA29-6C42-E78F-B22D-895707F4578D}"/>
              </a:ext>
            </a:extLst>
          </p:cNvPr>
          <p:cNvSpPr txBox="1"/>
          <p:nvPr/>
        </p:nvSpPr>
        <p:spPr>
          <a:xfrm>
            <a:off x="2185986" y="1086312"/>
            <a:ext cx="7672388" cy="65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 AND MY TIMELINE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Online Media 10" title="Timelines Introduction">
            <a:hlinkClick r:id="" action="ppaction://media"/>
            <a:extLst>
              <a:ext uri="{FF2B5EF4-FFF2-40B4-BE49-F238E27FC236}">
                <a16:creationId xmlns:a16="http://schemas.microsoft.com/office/drawing/2014/main" id="{70180B92-8C49-6DFC-70A3-75656EDF5C8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85987" y="2255906"/>
            <a:ext cx="7672388" cy="394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806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96AB0C-E2AA-3107-9F41-CBA08BB6489D}"/>
              </a:ext>
            </a:extLst>
          </p:cNvPr>
          <p:cNvSpPr txBox="1"/>
          <p:nvPr/>
        </p:nvSpPr>
        <p:spPr>
          <a:xfrm>
            <a:off x="3048000" y="2957973"/>
            <a:ext cx="6096000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0758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n on timelines">
            <a:extLst>
              <a:ext uri="{FF2B5EF4-FFF2-40B4-BE49-F238E27FC236}">
                <a16:creationId xmlns:a16="http://schemas.microsoft.com/office/drawing/2014/main" id="{B3689287-1BBD-29C8-5FF1-ABF81F000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" y="963706"/>
            <a:ext cx="10278533" cy="5452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64476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0B939-3285-97FB-D408-3187C07C560B}"/>
              </a:ext>
            </a:extLst>
          </p:cNvPr>
          <p:cNvSpPr txBox="1"/>
          <p:nvPr/>
        </p:nvSpPr>
        <p:spPr>
          <a:xfrm>
            <a:off x="2658532" y="2790987"/>
            <a:ext cx="7247467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8999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e 3 Life Skills Term 1 - Juffrou met hart">
            <a:extLst>
              <a:ext uri="{FF2B5EF4-FFF2-40B4-BE49-F238E27FC236}">
                <a16:creationId xmlns:a16="http://schemas.microsoft.com/office/drawing/2014/main" id="{1CC15B6F-D087-9538-2C48-E84C80135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67" y="287867"/>
            <a:ext cx="8788400" cy="6570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756330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fe skills Grade 1 Term 2 - Juffrou met hart">
            <a:extLst>
              <a:ext uri="{FF2B5EF4-FFF2-40B4-BE49-F238E27FC236}">
                <a16:creationId xmlns:a16="http://schemas.microsoft.com/office/drawing/2014/main" id="{DC0485E9-5948-46F8-BA8F-145339FF6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599" y="186266"/>
            <a:ext cx="8165889" cy="6485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767536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452775-A7E2-4A15-EFD8-D059741EB35C}"/>
              </a:ext>
            </a:extLst>
          </p:cNvPr>
          <p:cNvSpPr txBox="1"/>
          <p:nvPr/>
        </p:nvSpPr>
        <p:spPr>
          <a:xfrm>
            <a:off x="3048000" y="2614694"/>
            <a:ext cx="6096000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3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986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fe Skills Term 1 Grade 1 • Teacha!">
            <a:extLst>
              <a:ext uri="{FF2B5EF4-FFF2-40B4-BE49-F238E27FC236}">
                <a16:creationId xmlns:a16="http://schemas.microsoft.com/office/drawing/2014/main" id="{B6F59839-F84A-7D9F-2594-1D5D90A0D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399" y="271462"/>
            <a:ext cx="9211733" cy="6315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077869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fe Skills Grade 3 Term 3 • Teacha!">
            <a:extLst>
              <a:ext uri="{FF2B5EF4-FFF2-40B4-BE49-F238E27FC236}">
                <a16:creationId xmlns:a16="http://schemas.microsoft.com/office/drawing/2014/main" id="{64A250A8-F530-C9E6-E15C-AA5BEC53B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67" y="318452"/>
            <a:ext cx="10041466" cy="62210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164052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n on foster care lifebooks">
            <a:extLst>
              <a:ext uri="{FF2B5EF4-FFF2-40B4-BE49-F238E27FC236}">
                <a16:creationId xmlns:a16="http://schemas.microsoft.com/office/drawing/2014/main" id="{22ED52F5-3083-92C6-24C7-53D8799E32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" t="2046" r="1940" b="5555"/>
          <a:stretch/>
        </p:blipFill>
        <p:spPr bwMode="auto">
          <a:xfrm>
            <a:off x="1371600" y="694267"/>
            <a:ext cx="9211733" cy="5350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434301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mmunities Around The World {A Social Studies and Postcard Writing ...">
            <a:extLst>
              <a:ext uri="{FF2B5EF4-FFF2-40B4-BE49-F238E27FC236}">
                <a16:creationId xmlns:a16="http://schemas.microsoft.com/office/drawing/2014/main" id="{C79B22EC-2683-290A-0D7D-AEC4E29A5F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39"/>
          <a:stretch/>
        </p:blipFill>
        <p:spPr bwMode="auto">
          <a:xfrm>
            <a:off x="609599" y="474133"/>
            <a:ext cx="10989733" cy="580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2294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Children’s rights and responsibilities">
            <a:hlinkClick r:id="" action="ppaction://media"/>
            <a:extLst>
              <a:ext uri="{FF2B5EF4-FFF2-40B4-BE49-F238E27FC236}">
                <a16:creationId xmlns:a16="http://schemas.microsoft.com/office/drawing/2014/main" id="{915AA226-B987-68B3-93EB-BBCF32E01EE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14438" y="1143000"/>
            <a:ext cx="9786937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569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1A9D2F-9914-9FBA-1BE7-4814ECB98605}"/>
              </a:ext>
            </a:extLst>
          </p:cNvPr>
          <p:cNvSpPr txBox="1"/>
          <p:nvPr/>
        </p:nvSpPr>
        <p:spPr>
          <a:xfrm>
            <a:off x="999068" y="1862668"/>
            <a:ext cx="9787466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21629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ghts and Responsibilities by More Fun In 1 | TPT">
            <a:extLst>
              <a:ext uri="{FF2B5EF4-FFF2-40B4-BE49-F238E27FC236}">
                <a16:creationId xmlns:a16="http://schemas.microsoft.com/office/drawing/2014/main" id="{F97331D4-D537-51F8-92CB-DCF5155D2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328613"/>
            <a:ext cx="9701213" cy="66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16007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C9FBB-90B7-F703-997B-839739CA5AD9}"/>
              </a:ext>
            </a:extLst>
          </p:cNvPr>
          <p:cNvSpPr txBox="1"/>
          <p:nvPr/>
        </p:nvSpPr>
        <p:spPr>
          <a:xfrm>
            <a:off x="3048000" y="3241224"/>
            <a:ext cx="6096000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598627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13 Best Images of Printable Worksheets On Responsibility - Kindergarten ...">
            <a:extLst>
              <a:ext uri="{FF2B5EF4-FFF2-40B4-BE49-F238E27FC236}">
                <a16:creationId xmlns:a16="http://schemas.microsoft.com/office/drawing/2014/main" id="{8EB3A818-2904-6033-BADD-161B391A1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238125"/>
            <a:ext cx="8280400" cy="63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948148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707637-27F9-ACAB-E09D-6FBDB17EBD15}"/>
              </a:ext>
            </a:extLst>
          </p:cNvPr>
          <p:cNvSpPr txBox="1"/>
          <p:nvPr/>
        </p:nvSpPr>
        <p:spPr>
          <a:xfrm>
            <a:off x="3048000" y="3247085"/>
            <a:ext cx="6096000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3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00069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sponsibility Worksheet Set of 12 | Made By Teachers">
            <a:extLst>
              <a:ext uri="{FF2B5EF4-FFF2-40B4-BE49-F238E27FC236}">
                <a16:creationId xmlns:a16="http://schemas.microsoft.com/office/drawing/2014/main" id="{521D23EF-A7ED-EA52-A06D-B315CB159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1" y="316230"/>
            <a:ext cx="8172450" cy="6225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1050843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ights of a child worksheet | Live Worksheets">
            <a:extLst>
              <a:ext uri="{FF2B5EF4-FFF2-40B4-BE49-F238E27FC236}">
                <a16:creationId xmlns:a16="http://schemas.microsoft.com/office/drawing/2014/main" id="{17BAA214-6C8D-D7FB-0A8A-7CD536440E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0"/>
          <a:stretch/>
        </p:blipFill>
        <p:spPr bwMode="auto">
          <a:xfrm>
            <a:off x="2508738" y="0"/>
            <a:ext cx="7971693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0182645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3EC0C7-1CDE-39CA-237D-0C6560D0EFFB}"/>
              </a:ext>
            </a:extLst>
          </p:cNvPr>
          <p:cNvSpPr txBox="1"/>
          <p:nvPr/>
        </p:nvSpPr>
        <p:spPr>
          <a:xfrm>
            <a:off x="1312986" y="844063"/>
            <a:ext cx="9659814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6600" b="1" dirty="0">
                <a:effectLst/>
                <a:latin typeface="ABC Junior Typing"/>
                <a:ea typeface="Calibri" panose="020F0502020204030204" pitchFamily="34" charset="0"/>
                <a:cs typeface="Calibri Light" panose="020F0302020204030204" pitchFamily="34" charset="0"/>
              </a:rPr>
              <a:t>My feelings and emotions</a:t>
            </a:r>
            <a:endParaRPr lang="en-GB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in by Karissa Messner on kolbie | Creative teaching, Emotion chart ...">
            <a:extLst>
              <a:ext uri="{FF2B5EF4-FFF2-40B4-BE49-F238E27FC236}">
                <a16:creationId xmlns:a16="http://schemas.microsoft.com/office/drawing/2014/main" id="{D80B7190-14CE-465A-5DC0-5B4165136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092" y="1974950"/>
            <a:ext cx="6940062" cy="488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51845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Basic Emotions and Feelings for Kids | How to Identify an Emotion | Social Skills for Kids">
            <a:hlinkClick r:id="" action="ppaction://media"/>
            <a:extLst>
              <a:ext uri="{FF2B5EF4-FFF2-40B4-BE49-F238E27FC236}">
                <a16:creationId xmlns:a16="http://schemas.microsoft.com/office/drawing/2014/main" id="{8B9D2036-EB10-DC14-93EF-FDAE53240E4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0075" y="585788"/>
            <a:ext cx="108585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44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54EE56-CFDE-7002-D28D-B4C038CF54B7}"/>
              </a:ext>
            </a:extLst>
          </p:cNvPr>
          <p:cNvSpPr txBox="1"/>
          <p:nvPr/>
        </p:nvSpPr>
        <p:spPr>
          <a:xfrm>
            <a:off x="3046810" y="3241224"/>
            <a:ext cx="6093618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67610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4D9D00-09D6-4D77-BE01-7124F0047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4" y="228600"/>
            <a:ext cx="8186736" cy="640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5585284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9E9245-37D7-EA09-B846-BDE4357298F3}"/>
              </a:ext>
            </a:extLst>
          </p:cNvPr>
          <p:cNvSpPr txBox="1"/>
          <p:nvPr/>
        </p:nvSpPr>
        <p:spPr>
          <a:xfrm>
            <a:off x="3046810" y="3241224"/>
            <a:ext cx="6093618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3170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eelings online exercise for grade 3 | Live Worksheets">
            <a:extLst>
              <a:ext uri="{FF2B5EF4-FFF2-40B4-BE49-F238E27FC236}">
                <a16:creationId xmlns:a16="http://schemas.microsoft.com/office/drawing/2014/main" id="{940A90FE-655A-F0F6-731C-B6CB38D28E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32" b="5106"/>
          <a:stretch/>
        </p:blipFill>
        <p:spPr bwMode="auto">
          <a:xfrm>
            <a:off x="1471613" y="1157288"/>
            <a:ext cx="9482137" cy="5100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5736523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B46C89-7692-A9C2-4FD0-626E04F74919}"/>
              </a:ext>
            </a:extLst>
          </p:cNvPr>
          <p:cNvSpPr txBox="1"/>
          <p:nvPr/>
        </p:nvSpPr>
        <p:spPr>
          <a:xfrm>
            <a:off x="3046810" y="3241224"/>
            <a:ext cx="6093618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3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8870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n on Education">
            <a:extLst>
              <a:ext uri="{FF2B5EF4-FFF2-40B4-BE49-F238E27FC236}">
                <a16:creationId xmlns:a16="http://schemas.microsoft.com/office/drawing/2014/main" id="{80E70555-DC4F-6256-7A6F-2EC328B1E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4" y="0"/>
            <a:ext cx="8529636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8358559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B6B5D-88B4-9431-4DBA-2983514C99FB}"/>
              </a:ext>
            </a:extLst>
          </p:cNvPr>
          <p:cNvSpPr txBox="1"/>
          <p:nvPr/>
        </p:nvSpPr>
        <p:spPr>
          <a:xfrm>
            <a:off x="1214438" y="2014538"/>
            <a:ext cx="9944099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Calibri Light" panose="020F0302020204030204" pitchFamily="34" charset="0"/>
              </a:rPr>
              <a:t>CHANGES IN ME</a:t>
            </a:r>
            <a:endParaRPr lang="en-GB" sz="9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93770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Introduction to Puberty &amp; Adolescence |  Changes during Puberty">
            <a:hlinkClick r:id="" action="ppaction://media"/>
            <a:extLst>
              <a:ext uri="{FF2B5EF4-FFF2-40B4-BE49-F238E27FC236}">
                <a16:creationId xmlns:a16="http://schemas.microsoft.com/office/drawing/2014/main" id="{11BF1E61-EDD7-5AAB-28D5-1865F7D6691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85800" y="728663"/>
            <a:ext cx="10572750" cy="515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726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96643-34E3-CDC6-582C-C610C2C8115F}"/>
              </a:ext>
            </a:extLst>
          </p:cNvPr>
          <p:cNvSpPr txBox="1"/>
          <p:nvPr/>
        </p:nvSpPr>
        <p:spPr>
          <a:xfrm>
            <a:off x="1900238" y="2228850"/>
            <a:ext cx="8229600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14338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Belonging: Which does not belong to the group preschool activity">
            <a:extLst>
              <a:ext uri="{FF2B5EF4-FFF2-40B4-BE49-F238E27FC236}">
                <a16:creationId xmlns:a16="http://schemas.microsoft.com/office/drawing/2014/main" id="{F19C9110-8E80-90D4-C9C9-D061662B78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3"/>
          <a:stretch/>
        </p:blipFill>
        <p:spPr bwMode="auto">
          <a:xfrm>
            <a:off x="1714500" y="0"/>
            <a:ext cx="7586664" cy="655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890772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92BE2-CEDC-3605-728E-3F119AF5DFDB}"/>
              </a:ext>
            </a:extLst>
          </p:cNvPr>
          <p:cNvSpPr txBox="1"/>
          <p:nvPr/>
        </p:nvSpPr>
        <p:spPr>
          <a:xfrm>
            <a:off x="3046810" y="3241224"/>
            <a:ext cx="6093618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339290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versible And Irreversible Changes Examples For Kids">
            <a:extLst>
              <a:ext uri="{FF2B5EF4-FFF2-40B4-BE49-F238E27FC236}">
                <a16:creationId xmlns:a16="http://schemas.microsoft.com/office/drawing/2014/main" id="{4481C66A-36B8-59AF-8EA5-61A6BD051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8"/>
          <a:stretch/>
        </p:blipFill>
        <p:spPr bwMode="auto">
          <a:xfrm>
            <a:off x="2486025" y="385762"/>
            <a:ext cx="7686676" cy="617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304846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46810" y="3241224"/>
            <a:ext cx="6093618" cy="160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3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829371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rowing and changing worksheets by Little Blue Orange | TPT">
            <a:extLst>
              <a:ext uri="{FF2B5EF4-FFF2-40B4-BE49-F238E27FC236}">
                <a16:creationId xmlns:a16="http://schemas.microsoft.com/office/drawing/2014/main" id="{37869DF8-10D7-BDB7-3005-5D88430A5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585788"/>
            <a:ext cx="8458200" cy="591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881955"/>
      </p:ext>
    </p:extLst>
  </p:cSld>
  <p:clrMapOvr>
    <a:masterClrMapping/>
  </p:clrMapOvr>
  <p:transition spd="slow">
    <p:wipe/>
  </p:transition>
</p:sld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2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4.xml><?xml version="1.0" encoding="utf-8"?>
<a:theme xmlns:a="http://schemas.openxmlformats.org/drawingml/2006/main" name="3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992</TotalTime>
  <Words>69</Words>
  <Application>Microsoft Office PowerPoint</Application>
  <PresentationFormat>Widescreen</PresentationFormat>
  <Paragraphs>30</Paragraphs>
  <Slides>37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ABC Junior Typing</vt:lpstr>
      <vt:lpstr>Arial</vt:lpstr>
      <vt:lpstr>Calibri</vt:lpstr>
      <vt:lpstr>Calibri Light</vt:lpstr>
      <vt:lpstr>Garamond</vt:lpstr>
      <vt:lpstr>Gill Sans MT</vt:lpstr>
      <vt:lpstr>Gallery</vt:lpstr>
      <vt:lpstr>1_Gallery</vt:lpstr>
      <vt:lpstr>2_Gallery</vt:lpstr>
      <vt:lpstr>3_Gallery</vt:lpstr>
      <vt:lpstr>Office Theme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Mkhonta</dc:creator>
  <cp:lastModifiedBy>nokuthula</cp:lastModifiedBy>
  <cp:revision>18</cp:revision>
  <dcterms:created xsi:type="dcterms:W3CDTF">2024-06-04T14:41:11Z</dcterms:created>
  <dcterms:modified xsi:type="dcterms:W3CDTF">2024-06-06T12:18:49Z</dcterms:modified>
</cp:coreProperties>
</file>