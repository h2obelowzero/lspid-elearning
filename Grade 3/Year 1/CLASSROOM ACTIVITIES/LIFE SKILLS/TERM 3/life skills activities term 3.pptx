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9981" autoAdjust="0"/>
  </p:normalViewPr>
  <p:slideViewPr>
    <p:cSldViewPr snapToGrid="0">
      <p:cViewPr varScale="1">
        <p:scale>
          <a:sx n="65" d="100"/>
          <a:sy n="65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cschool.co.za/grade-3/39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.au/pin/safety-signs-online-worksheet-for-kgrade3-you-can-do-the-exercises-online-or-download-th--899875569270452457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.com/teaching-resource/electricity-worksheet-can-you-spot-the-dangers-12149739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797700152737122409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erspayteachers.com/Product/Pollution-Cut-and-Paste-Activity-NGSS-Aligned-7895941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erspayteachers.com/Product/Types-of-Pollution-Word-Search-Activity-6100133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liblighted.z13.web.core.windows.net/pollution-worksheets-pdf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access.com/fruits-and-vegetables-high-resolution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mbar.co/post/tracing-fruits-worksheet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choolplanet.us/fruit-or-vegetable-worksheet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.kr/pin/701083866973889046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worksheets.com/w/en/english-second-language-esl/546825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leverlearner.com/science/fruits-and-vegetables-preschool-worksheets.html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huthuatgame.net/how-to-draw-fruits-for-kids-fresh-fruits-and-vegetables-drawing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BC0C5C-0E55-4248-A97C-00DE3D55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0FAB1C3-974E-44B6-B098-51035C6C6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577953"/>
              </p:ext>
            </p:extLst>
          </p:nvPr>
        </p:nvGraphicFramePr>
        <p:xfrm>
          <a:off x="1141413" y="1139687"/>
          <a:ext cx="9905998" cy="534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4217">
                  <a:extLst>
                    <a:ext uri="{9D8B030D-6E8A-4147-A177-3AD203B41FA5}">
                      <a16:colId xmlns:a16="http://schemas.microsoft.com/office/drawing/2014/main" val="248358132"/>
                    </a:ext>
                  </a:extLst>
                </a:gridCol>
                <a:gridCol w="4851781">
                  <a:extLst>
                    <a:ext uri="{9D8B030D-6E8A-4147-A177-3AD203B41FA5}">
                      <a16:colId xmlns:a16="http://schemas.microsoft.com/office/drawing/2014/main" val="4278070999"/>
                    </a:ext>
                  </a:extLst>
                </a:gridCol>
              </a:tblGrid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9239"/>
                  </a:ext>
                </a:extLst>
              </a:tr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 3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10340"/>
                  </a:ext>
                </a:extLst>
              </a:tr>
              <a:tr h="1780208">
                <a:tc>
                  <a:txBody>
                    <a:bodyPr/>
                    <a:lstStyle/>
                    <a:p>
                      <a:r>
                        <a:rPr lang="en-ZA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0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6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113E-D16A-44D9-A017-89FB94E1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3447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0DF1-68F4-41F8-93A3-A2D7864E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39687"/>
            <a:ext cx="9905999" cy="4651514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7EE4F-2EEA-4404-BF43-669F7A3BC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577008"/>
            <a:ext cx="9905998" cy="498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1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3130-EC92-4382-BC79-29D64DB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3691"/>
          </a:xfrm>
        </p:spPr>
        <p:txBody>
          <a:bodyPr>
            <a:normAutofit fontScale="90000"/>
          </a:bodyPr>
          <a:lstStyle/>
          <a:p>
            <a:r>
              <a:rPr lang="en-ZA" dirty="0"/>
              <a:t>PUBLIC SAFETY</a:t>
            </a:r>
            <a:br>
              <a:rPr lang="en-ZA" dirty="0"/>
            </a:br>
            <a:r>
              <a:rPr lang="en-ZA" dirty="0"/>
              <a:t>Group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C5153A-A392-4A80-995E-463694BC7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3" y="1445342"/>
            <a:ext cx="10334970" cy="4928954"/>
          </a:xfrm>
        </p:spPr>
      </p:pic>
    </p:spTree>
    <p:extLst>
      <p:ext uri="{BB962C8B-B14F-4D97-AF65-F5344CB8AC3E}">
        <p14:creationId xmlns:p14="http://schemas.microsoft.com/office/powerpoint/2010/main" val="1013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4F76-9EAF-4786-9FAE-DA34F1E4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92230"/>
          </a:xfrm>
        </p:spPr>
        <p:txBody>
          <a:bodyPr>
            <a:normAutofit fontScale="90000"/>
          </a:bodyPr>
          <a:lstStyle/>
          <a:p>
            <a:r>
              <a:rPr lang="en-ZA" dirty="0"/>
              <a:t>PUBLIC SAFETY</a:t>
            </a:r>
            <a:br>
              <a:rPr lang="en-ZA" dirty="0"/>
            </a:br>
            <a:r>
              <a:rPr lang="en-ZA" sz="1800" b="1" i="1" dirty="0"/>
              <a:t>Group 3</a:t>
            </a:r>
            <a:br>
              <a:rPr lang="en-ZA" sz="1800" b="1" i="1" dirty="0"/>
            </a:br>
            <a:r>
              <a:rPr lang="en-ZA" sz="2200" b="1" i="1" u="sng" dirty="0"/>
              <a:t>Learners are required to spot the dangers of electricity in this worksheet below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760FD4-A486-4F0E-BE4B-316135F64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5406" y="1946787"/>
            <a:ext cx="10854813" cy="4630994"/>
          </a:xfrm>
        </p:spPr>
      </p:pic>
    </p:spTree>
    <p:extLst>
      <p:ext uri="{BB962C8B-B14F-4D97-AF65-F5344CB8AC3E}">
        <p14:creationId xmlns:p14="http://schemas.microsoft.com/office/powerpoint/2010/main" val="3632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B6C8-A0F1-45A8-92E3-64C205CD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99465"/>
          </a:xfrm>
        </p:spPr>
        <p:txBody>
          <a:bodyPr/>
          <a:lstStyle/>
          <a:p>
            <a:r>
              <a:rPr lang="en-ZA" dirty="0"/>
              <a:t>Public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C1C5-BB84-4D57-9B79-5D09F719C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1965"/>
            <a:ext cx="9905999" cy="4479236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9B270-AC76-4F63-BBDC-85175D244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0417" y="1815548"/>
            <a:ext cx="10376453" cy="46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7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BB6B-534F-41E1-B6F9-350982F7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340127"/>
          </a:xfrm>
        </p:spPr>
        <p:txBody>
          <a:bodyPr>
            <a:normAutofit fontScale="90000"/>
          </a:bodyPr>
          <a:lstStyle/>
          <a:p>
            <a:r>
              <a:rPr lang="en-ZA" dirty="0"/>
              <a:t>POLLUTION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B344-5894-4472-ADFE-10FF20E1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58645"/>
            <a:ext cx="9905999" cy="4832556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F10C0-3555-46F1-881E-0DA73A0DA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6697" y="1489586"/>
            <a:ext cx="11297264" cy="54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0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3677-CB29-44D6-9FC1-C5E09AC0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837"/>
          </a:xfrm>
        </p:spPr>
        <p:txBody>
          <a:bodyPr/>
          <a:lstStyle/>
          <a:p>
            <a:r>
              <a:rPr lang="en-ZA" dirty="0"/>
              <a:t>POLLUTION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92A9-8098-48DD-B89E-E0149DF9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7355"/>
            <a:ext cx="9905999" cy="4463846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02531-19BE-4865-A956-5BD1F157D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0" y="1887794"/>
            <a:ext cx="10214847" cy="48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9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68D8-FA89-4AE9-83A4-A09CDB7E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837"/>
          </a:xfrm>
        </p:spPr>
        <p:txBody>
          <a:bodyPr>
            <a:normAutofit fontScale="90000"/>
          </a:bodyPr>
          <a:lstStyle/>
          <a:p>
            <a:r>
              <a:rPr lang="en-ZA" dirty="0"/>
              <a:t>POLLUTION</a:t>
            </a:r>
            <a:br>
              <a:rPr lang="en-ZA" dirty="0"/>
            </a:br>
            <a:r>
              <a:rPr lang="en-ZA" dirty="0"/>
              <a:t>Group 3</a:t>
            </a:r>
            <a:br>
              <a:rPr lang="en-ZA" dirty="0"/>
            </a:br>
            <a:r>
              <a:rPr lang="en-ZA" sz="2000" b="1" i="1" u="sng" dirty="0"/>
              <a:t>Learners are required to fill in the crossword with reference to the picture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04F27-B3D4-4DF8-B9AD-55954A7D9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6477" y="1563328"/>
            <a:ext cx="11361174" cy="5294671"/>
          </a:xfrm>
        </p:spPr>
      </p:pic>
    </p:spTree>
    <p:extLst>
      <p:ext uri="{BB962C8B-B14F-4D97-AF65-F5344CB8AC3E}">
        <p14:creationId xmlns:p14="http://schemas.microsoft.com/office/powerpoint/2010/main" val="298142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8024-8A9A-4557-807E-42393AAF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Fruits and vegetables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379CF-1C7D-4B46-AD96-99DB9D3EB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4903" y="1828800"/>
            <a:ext cx="10162508" cy="4645742"/>
          </a:xfrm>
        </p:spPr>
      </p:pic>
    </p:spTree>
    <p:extLst>
      <p:ext uri="{BB962C8B-B14F-4D97-AF65-F5344CB8AC3E}">
        <p14:creationId xmlns:p14="http://schemas.microsoft.com/office/powerpoint/2010/main" val="233347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AEF7-ED5C-4734-BF5C-693CF61D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97327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0AD5-C415-48A3-88A4-5B72C1DE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38865"/>
            <a:ext cx="9905999" cy="4552336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4BBB7-A813-4669-9002-1ABF65E21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0" y="1784555"/>
            <a:ext cx="10450821" cy="445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6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AF12-2BB8-4E92-8590-F23F8DDF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9340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C4E71-C42A-4944-A17D-65DED6489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3" y="1297858"/>
            <a:ext cx="9801890" cy="5560141"/>
          </a:xfrm>
        </p:spPr>
      </p:pic>
    </p:spTree>
    <p:extLst>
      <p:ext uri="{BB962C8B-B14F-4D97-AF65-F5344CB8AC3E}">
        <p14:creationId xmlns:p14="http://schemas.microsoft.com/office/powerpoint/2010/main" val="278893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49E5-9AB0-4EB7-B571-F5BF27C0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0347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0A61-E004-46DE-9603-213894B3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38866"/>
            <a:ext cx="9905999" cy="4552336"/>
          </a:xfrm>
        </p:spPr>
        <p:txBody>
          <a:bodyPr/>
          <a:lstStyle/>
          <a:p>
            <a:r>
              <a:rPr lang="en-ZA" dirty="0"/>
              <a:t>Group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8735D-0875-480C-B764-C947BD2F6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8426" y="1637071"/>
            <a:ext cx="10840063" cy="511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77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1340-8C61-450B-933E-E0DDC6A4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4088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2112D1-600F-43BD-84CF-740CB8C98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2606"/>
            <a:ext cx="9905999" cy="5442155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97237-08DE-430D-87C3-A80694E0F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3174" y="1784554"/>
            <a:ext cx="11135032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9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707C-9754-45A1-9345-73B0020A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8334"/>
          </a:xfrm>
        </p:spPr>
        <p:txBody>
          <a:bodyPr/>
          <a:lstStyle/>
          <a:p>
            <a:r>
              <a:rPr lang="en-ZA" dirty="0"/>
              <a:t>Fruits and vegetables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ED90-21A6-4940-8594-E03AB83C9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56852"/>
            <a:ext cx="9905999" cy="4434349"/>
          </a:xfrm>
        </p:spPr>
        <p:txBody>
          <a:bodyPr/>
          <a:lstStyle/>
          <a:p>
            <a:r>
              <a:rPr lang="en-ZA" dirty="0"/>
              <a:t>Group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DBACF-632A-4607-894D-E372E9A2D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1" y="1769806"/>
            <a:ext cx="10480318" cy="47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20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ED22-49F1-4D84-9E28-80FAD2B4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FRUITS AND VEGETABLES</a:t>
            </a:r>
            <a:br>
              <a:rPr lang="en-ZA" dirty="0"/>
            </a:br>
            <a:r>
              <a:rPr lang="en-ZA" dirty="0"/>
              <a:t>GROUP 3</a:t>
            </a:r>
            <a:br>
              <a:rPr lang="en-ZA" dirty="0"/>
            </a:br>
            <a:r>
              <a:rPr lang="en-ZA" sz="2700" i="1" u="sng" dirty="0"/>
              <a:t>Learners are required to draw all the fruits below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FB67C-091D-4687-B90A-A78A307CF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9652" y="2249487"/>
            <a:ext cx="10456606" cy="4180809"/>
          </a:xfrm>
        </p:spPr>
      </p:pic>
    </p:spTree>
    <p:extLst>
      <p:ext uri="{BB962C8B-B14F-4D97-AF65-F5344CB8AC3E}">
        <p14:creationId xmlns:p14="http://schemas.microsoft.com/office/powerpoint/2010/main" val="2538239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100</TotalTime>
  <Words>108</Words>
  <Application>Microsoft Office PowerPoint</Application>
  <PresentationFormat>Widescreen</PresentationFormat>
  <Paragraphs>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PowerPoint Presentation</vt:lpstr>
      <vt:lpstr>PUBLIC SAFETY</vt:lpstr>
      <vt:lpstr>PUBLIC SAFETY Group 2</vt:lpstr>
      <vt:lpstr>PUBLIC SAFETY Group 3 Learners are required to spot the dangers of electricity in this worksheet below</vt:lpstr>
      <vt:lpstr>Public safety</vt:lpstr>
      <vt:lpstr>POLLUTION</vt:lpstr>
      <vt:lpstr>POLLUTION </vt:lpstr>
      <vt:lpstr>POLLUTION Group 3 Learners are required to fill in the crossword with reference to the picture</vt:lpstr>
      <vt:lpstr>Fruits and vegetables</vt:lpstr>
      <vt:lpstr>Fruits and vegetables</vt:lpstr>
      <vt:lpstr>Fruits and vegetables</vt:lpstr>
      <vt:lpstr>Fruits and vegetables</vt:lpstr>
      <vt:lpstr>Fruits and vegetables</vt:lpstr>
      <vt:lpstr>Fruits and vegetables</vt:lpstr>
      <vt:lpstr>FRUITS AND VEGETABLES GROUP 3 Learners are required to draw all the fruits below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10</cp:revision>
  <dcterms:created xsi:type="dcterms:W3CDTF">2024-07-11T19:43:39Z</dcterms:created>
  <dcterms:modified xsi:type="dcterms:W3CDTF">2024-07-15T10:16:04Z</dcterms:modified>
</cp:coreProperties>
</file>