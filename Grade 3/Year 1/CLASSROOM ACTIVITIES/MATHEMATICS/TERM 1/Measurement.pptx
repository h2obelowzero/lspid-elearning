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7/10/2024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Measurement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PASSING OF TIME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0" y="1877961"/>
            <a:ext cx="6754762" cy="4980039"/>
          </a:xfrm>
        </p:spPr>
      </p:pic>
    </p:spTree>
    <p:extLst>
      <p:ext uri="{BB962C8B-B14F-4D97-AF65-F5344CB8AC3E}">
        <p14:creationId xmlns:p14="http://schemas.microsoft.com/office/powerpoint/2010/main" val="240784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Activity 1</a:t>
            </a:r>
            <a:br>
              <a:rPr lang="en-US" sz="2800" dirty="0" smtClean="0"/>
            </a:br>
            <a:r>
              <a:rPr lang="en-US" sz="2800" dirty="0" smtClean="0"/>
              <a:t>Match the digital time with the correct analog </a:t>
            </a: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11694" r="5039" b="3629"/>
          <a:stretch/>
        </p:blipFill>
        <p:spPr>
          <a:xfrm>
            <a:off x="894736" y="1897626"/>
            <a:ext cx="4581832" cy="4798142"/>
          </a:xfrm>
        </p:spPr>
      </p:pic>
    </p:spTree>
    <p:extLst>
      <p:ext uri="{BB962C8B-B14F-4D97-AF65-F5344CB8AC3E}">
        <p14:creationId xmlns:p14="http://schemas.microsoft.com/office/powerpoint/2010/main" val="209315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Activities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sz="2800" dirty="0" smtClean="0"/>
              <a:t>Write the time shown on the clock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5" t="18273" r="3501" b="4016"/>
          <a:stretch/>
        </p:blipFill>
        <p:spPr>
          <a:xfrm>
            <a:off x="810001" y="1838632"/>
            <a:ext cx="4430594" cy="5019368"/>
          </a:xfrm>
        </p:spPr>
      </p:pic>
    </p:spTree>
    <p:extLst>
      <p:ext uri="{BB962C8B-B14F-4D97-AF65-F5344CB8AC3E}">
        <p14:creationId xmlns:p14="http://schemas.microsoft.com/office/powerpoint/2010/main" val="142230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1" b="13115"/>
          <a:stretch/>
        </p:blipFill>
        <p:spPr>
          <a:xfrm>
            <a:off x="613355" y="1833718"/>
            <a:ext cx="4863213" cy="490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78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6" t="8566" r="3539" b="1862"/>
          <a:stretch/>
        </p:blipFill>
        <p:spPr>
          <a:xfrm>
            <a:off x="521110" y="1887794"/>
            <a:ext cx="4758813" cy="4970206"/>
          </a:xfrm>
        </p:spPr>
      </p:pic>
    </p:spTree>
    <p:extLst>
      <p:ext uri="{BB962C8B-B14F-4D97-AF65-F5344CB8AC3E}">
        <p14:creationId xmlns:p14="http://schemas.microsoft.com/office/powerpoint/2010/main" val="83232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Length</a:t>
            </a:r>
            <a:br>
              <a:rPr lang="en-US" sz="2800" dirty="0" smtClean="0"/>
            </a:br>
            <a:r>
              <a:rPr lang="en-US" sz="2800" dirty="0" smtClean="0"/>
              <a:t>Measure the following objects with a ruler </a:t>
            </a:r>
            <a:endParaRPr lang="en-US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2" t="10674" r="5883" b="6142"/>
          <a:stretch/>
        </p:blipFill>
        <p:spPr>
          <a:xfrm>
            <a:off x="570270" y="1858296"/>
            <a:ext cx="4670324" cy="4999703"/>
          </a:xfrm>
        </p:spPr>
      </p:pic>
    </p:spTree>
    <p:extLst>
      <p:ext uri="{BB962C8B-B14F-4D97-AF65-F5344CB8AC3E}">
        <p14:creationId xmlns:p14="http://schemas.microsoft.com/office/powerpoint/2010/main" val="2976443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4" t="15863" r="7150" b="2610"/>
          <a:stretch/>
        </p:blipFill>
        <p:spPr>
          <a:xfrm>
            <a:off x="304801" y="1838633"/>
            <a:ext cx="4847302" cy="4916128"/>
          </a:xfrm>
        </p:spPr>
      </p:pic>
    </p:spTree>
    <p:extLst>
      <p:ext uri="{BB962C8B-B14F-4D97-AF65-F5344CB8AC3E}">
        <p14:creationId xmlns:p14="http://schemas.microsoft.com/office/powerpoint/2010/main" val="327054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1449</TotalTime>
  <Words>10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2</vt:lpstr>
      <vt:lpstr>Quotable</vt:lpstr>
      <vt:lpstr>Measurement </vt:lpstr>
      <vt:lpstr>PASSING OF TIME </vt:lpstr>
      <vt:lpstr> Activity 1 Match the digital time with the correct analog </vt:lpstr>
      <vt:lpstr>Activities  Write the time shown on the clock </vt:lpstr>
      <vt:lpstr>Activity 2</vt:lpstr>
      <vt:lpstr>Length</vt:lpstr>
      <vt:lpstr>Length Measure the following objects with a ruler </vt:lpstr>
      <vt:lpstr>Length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</dc:title>
  <dc:creator>27672</dc:creator>
  <cp:lastModifiedBy>27672</cp:lastModifiedBy>
  <cp:revision>6</cp:revision>
  <dcterms:created xsi:type="dcterms:W3CDTF">2024-07-10T06:12:46Z</dcterms:created>
  <dcterms:modified xsi:type="dcterms:W3CDTF">2024-07-11T06:21:57Z</dcterms:modified>
</cp:coreProperties>
</file>