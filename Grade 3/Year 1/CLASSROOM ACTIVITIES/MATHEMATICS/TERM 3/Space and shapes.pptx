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557" autoAdjust="0"/>
  </p:normalViewPr>
  <p:slideViewPr>
    <p:cSldViewPr snapToGrid="0">
      <p:cViewPr varScale="1">
        <p:scale>
          <a:sx n="56" d="100"/>
          <a:sy n="56" d="100"/>
        </p:scale>
        <p:origin x="10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7/10/2024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785816"/>
          </a:xfrm>
        </p:spPr>
        <p:txBody>
          <a:bodyPr/>
          <a:lstStyle/>
          <a:p>
            <a:r>
              <a:rPr lang="en-US" dirty="0" smtClean="0"/>
              <a:t>Space and shapes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7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Position, orientation and views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632" y="1927123"/>
            <a:ext cx="7993626" cy="4493341"/>
          </a:xfrm>
        </p:spPr>
      </p:pic>
    </p:spTree>
    <p:extLst>
      <p:ext uri="{BB962C8B-B14F-4D97-AF65-F5344CB8AC3E}">
        <p14:creationId xmlns:p14="http://schemas.microsoft.com/office/powerpoint/2010/main" val="58478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22" y="1641782"/>
            <a:ext cx="5341272" cy="5447276"/>
          </a:xfrm>
        </p:spPr>
      </p:pic>
    </p:spTree>
    <p:extLst>
      <p:ext uri="{BB962C8B-B14F-4D97-AF65-F5344CB8AC3E}">
        <p14:creationId xmlns:p14="http://schemas.microsoft.com/office/powerpoint/2010/main" val="405752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7851" y="2120900"/>
            <a:ext cx="4002648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0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3D Objects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4" t="3744" r="4762" b="7269"/>
          <a:stretch/>
        </p:blipFill>
        <p:spPr>
          <a:xfrm>
            <a:off x="1577340" y="1668780"/>
            <a:ext cx="6240780" cy="5086350"/>
          </a:xfrm>
        </p:spPr>
      </p:pic>
    </p:spTree>
    <p:extLst>
      <p:ext uri="{BB962C8B-B14F-4D97-AF65-F5344CB8AC3E}">
        <p14:creationId xmlns:p14="http://schemas.microsoft.com/office/powerpoint/2010/main" val="2351467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Match the following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5" b="7273"/>
          <a:stretch/>
        </p:blipFill>
        <p:spPr>
          <a:xfrm>
            <a:off x="1188720" y="1737360"/>
            <a:ext cx="4972050" cy="4686300"/>
          </a:xfrm>
        </p:spPr>
      </p:pic>
    </p:spTree>
    <p:extLst>
      <p:ext uri="{BB962C8B-B14F-4D97-AF65-F5344CB8AC3E}">
        <p14:creationId xmlns:p14="http://schemas.microsoft.com/office/powerpoint/2010/main" val="297641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Match the object with the correct 3d shapes 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8" t="18660" r="198" b="4869"/>
          <a:stretch/>
        </p:blipFill>
        <p:spPr>
          <a:xfrm>
            <a:off x="1634490" y="1794510"/>
            <a:ext cx="5771515" cy="4777739"/>
          </a:xfrm>
        </p:spPr>
      </p:pic>
    </p:spTree>
    <p:extLst>
      <p:ext uri="{BB962C8B-B14F-4D97-AF65-F5344CB8AC3E}">
        <p14:creationId xmlns:p14="http://schemas.microsoft.com/office/powerpoint/2010/main" val="3564143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2d shapes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" t="12558" r="3327" b="4418"/>
          <a:stretch/>
        </p:blipFill>
        <p:spPr>
          <a:xfrm>
            <a:off x="1069848" y="1600200"/>
            <a:ext cx="8645651" cy="4697730"/>
          </a:xfrm>
        </p:spPr>
      </p:pic>
    </p:spTree>
    <p:extLst>
      <p:ext uri="{BB962C8B-B14F-4D97-AF65-F5344CB8AC3E}">
        <p14:creationId xmlns:p14="http://schemas.microsoft.com/office/powerpoint/2010/main" val="2640744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2d shapes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0"/>
          <a:stretch/>
        </p:blipFill>
        <p:spPr>
          <a:xfrm>
            <a:off x="544068" y="1577340"/>
            <a:ext cx="9137142" cy="4869180"/>
          </a:xfrm>
        </p:spPr>
      </p:pic>
    </p:spTree>
    <p:extLst>
      <p:ext uri="{BB962C8B-B14F-4D97-AF65-F5344CB8AC3E}">
        <p14:creationId xmlns:p14="http://schemas.microsoft.com/office/powerpoint/2010/main" val="321519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Match the following 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155" t="25935" r="7242" b="1557"/>
          <a:stretch/>
        </p:blipFill>
        <p:spPr>
          <a:xfrm>
            <a:off x="1069848" y="2000250"/>
            <a:ext cx="7822692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64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1485</TotalTime>
  <Words>28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Rockwell</vt:lpstr>
      <vt:lpstr>Rockwell Condensed</vt:lpstr>
      <vt:lpstr>Wingdings</vt:lpstr>
      <vt:lpstr>Wood Type</vt:lpstr>
      <vt:lpstr>Space and shapes </vt:lpstr>
      <vt:lpstr>Position, orientation and views </vt:lpstr>
      <vt:lpstr>PowerPoint Presentation</vt:lpstr>
      <vt:lpstr>PowerPoint Presentation</vt:lpstr>
      <vt:lpstr>3D Objects </vt:lpstr>
      <vt:lpstr>Match the following </vt:lpstr>
      <vt:lpstr>Match the object with the correct 3d shapes </vt:lpstr>
      <vt:lpstr>2d shapes </vt:lpstr>
      <vt:lpstr>2d shapes</vt:lpstr>
      <vt:lpstr>Match the following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and shapes </dc:title>
  <dc:creator>27672</dc:creator>
  <cp:lastModifiedBy>27672</cp:lastModifiedBy>
  <cp:revision>6</cp:revision>
  <dcterms:created xsi:type="dcterms:W3CDTF">2024-07-10T06:06:52Z</dcterms:created>
  <dcterms:modified xsi:type="dcterms:W3CDTF">2024-07-11T06:51:55Z</dcterms:modified>
</cp:coreProperties>
</file>