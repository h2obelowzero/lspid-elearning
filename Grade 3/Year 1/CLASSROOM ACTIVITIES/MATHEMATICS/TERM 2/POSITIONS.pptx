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58" r:id="rId8"/>
    <p:sldId id="259" r:id="rId9"/>
    <p:sldId id="260" r:id="rId10"/>
    <p:sldId id="261" r:id="rId11"/>
    <p:sldId id="262" r:id="rId12"/>
    <p:sldId id="263" r:id="rId13"/>
    <p:sldId id="266" r:id="rId14"/>
    <p:sldId id="264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904568"/>
            <a:ext cx="8689976" cy="1160206"/>
          </a:xfrm>
        </p:spPr>
        <p:txBody>
          <a:bodyPr/>
          <a:lstStyle/>
          <a:p>
            <a:r>
              <a:rPr lang="en-US" dirty="0" smtClean="0"/>
              <a:t> Views and positions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2526890"/>
            <a:ext cx="8689976" cy="38739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72930"/>
            <a:ext cx="9065341" cy="422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42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94734"/>
            <a:ext cx="10364451" cy="914401"/>
          </a:xfrm>
        </p:spPr>
        <p:txBody>
          <a:bodyPr>
            <a:normAutofit fontScale="90000"/>
          </a:bodyPr>
          <a:lstStyle/>
          <a:p>
            <a:pPr algn="l"/>
            <a:r>
              <a:rPr lang="en-US" cap="none" dirty="0" smtClean="0"/>
              <a:t>Three dimensional/3d shapes are solids that have 3 dimensions such as length width and height.  </a:t>
            </a:r>
            <a:endParaRPr lang="en-US" cap="non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9" y="1976284"/>
            <a:ext cx="8347586" cy="4881716"/>
          </a:xfrm>
        </p:spPr>
      </p:pic>
    </p:spTree>
    <p:extLst>
      <p:ext uri="{BB962C8B-B14F-4D97-AF65-F5344CB8AC3E}">
        <p14:creationId xmlns:p14="http://schemas.microsoft.com/office/powerpoint/2010/main" val="284821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64477"/>
          </a:xfrm>
        </p:spPr>
        <p:txBody>
          <a:bodyPr/>
          <a:lstStyle/>
          <a:p>
            <a:r>
              <a:rPr lang="en-US" dirty="0" smtClean="0"/>
              <a:t>Three Dimensional views of a cube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4" y="1582994"/>
            <a:ext cx="8042787" cy="5161935"/>
          </a:xfrm>
        </p:spPr>
      </p:pic>
    </p:spTree>
    <p:extLst>
      <p:ext uri="{BB962C8B-B14F-4D97-AF65-F5344CB8AC3E}">
        <p14:creationId xmlns:p14="http://schemas.microsoft.com/office/powerpoint/2010/main" val="278519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dimensional looks of a hut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5" b="3226"/>
          <a:stretch/>
        </p:blipFill>
        <p:spPr>
          <a:xfrm>
            <a:off x="1140543" y="1927123"/>
            <a:ext cx="10245212" cy="4930877"/>
          </a:xfrm>
        </p:spPr>
      </p:pic>
    </p:spTree>
    <p:extLst>
      <p:ext uri="{BB962C8B-B14F-4D97-AF65-F5344CB8AC3E}">
        <p14:creationId xmlns:p14="http://schemas.microsoft.com/office/powerpoint/2010/main" val="258372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35974"/>
            <a:ext cx="10364451" cy="1140542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 smtClean="0"/>
              <a:t>Activity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" r="2613" b="2656"/>
          <a:stretch/>
        </p:blipFill>
        <p:spPr>
          <a:xfrm>
            <a:off x="1386348" y="1273278"/>
            <a:ext cx="5515897" cy="5584722"/>
          </a:xfrm>
        </p:spPr>
      </p:pic>
    </p:spTree>
    <p:extLst>
      <p:ext uri="{BB962C8B-B14F-4D97-AF65-F5344CB8AC3E}">
        <p14:creationId xmlns:p14="http://schemas.microsoft.com/office/powerpoint/2010/main" val="350355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94968"/>
            <a:ext cx="10364451" cy="875071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 smtClean="0"/>
              <a:t>Memo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" t="1176" r="3412" b="1961"/>
          <a:stretch/>
        </p:blipFill>
        <p:spPr>
          <a:xfrm>
            <a:off x="1917291" y="1170039"/>
            <a:ext cx="6105832" cy="5687961"/>
          </a:xfrm>
        </p:spPr>
      </p:pic>
    </p:spTree>
    <p:extLst>
      <p:ext uri="{BB962C8B-B14F-4D97-AF65-F5344CB8AC3E}">
        <p14:creationId xmlns:p14="http://schemas.microsoft.com/office/powerpoint/2010/main" val="76527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Preposition of place </a:t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it Describes where something is in relation to another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" t="2065" r="2918"/>
          <a:stretch/>
        </p:blipFill>
        <p:spPr>
          <a:xfrm>
            <a:off x="1818968" y="2310581"/>
            <a:ext cx="8308258" cy="4547419"/>
          </a:xfrm>
        </p:spPr>
      </p:pic>
    </p:spTree>
    <p:extLst>
      <p:ext uri="{BB962C8B-B14F-4D97-AF65-F5344CB8AC3E}">
        <p14:creationId xmlns:p14="http://schemas.microsoft.com/office/powerpoint/2010/main" val="42843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 smtClean="0"/>
              <a:t>The position of the basketball to the box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88026" y="1986116"/>
            <a:ext cx="9990199" cy="43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8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cap="none" dirty="0" smtClean="0"/>
              <a:t>What position is the mouse is to the cheese </a:t>
            </a:r>
            <a:r>
              <a:rPr lang="en-US" dirty="0" smtClean="0"/>
              <a:t>?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1047" r="4187" b="3291"/>
          <a:stretch/>
        </p:blipFill>
        <p:spPr>
          <a:xfrm>
            <a:off x="2467897" y="2214694"/>
            <a:ext cx="7118555" cy="433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7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cap="none" dirty="0" smtClean="0"/>
              <a:t>What position is the mouse to the cheese ? </a:t>
            </a:r>
            <a:endParaRPr lang="en-US" cap="non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510" t="2334" r="2378" b="3256"/>
          <a:stretch/>
        </p:blipFill>
        <p:spPr>
          <a:xfrm>
            <a:off x="2674374" y="2320413"/>
            <a:ext cx="7079226" cy="427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1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r>
              <a:rPr lang="en-US" cap="none" dirty="0" smtClean="0"/>
              <a:t>. What position is the mouse to the cheese </a:t>
            </a:r>
            <a:r>
              <a:rPr lang="en-US" dirty="0" smtClean="0"/>
              <a:t>?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" t="2469" r="2415" b="2674"/>
          <a:stretch/>
        </p:blipFill>
        <p:spPr>
          <a:xfrm>
            <a:off x="2497394" y="2325328"/>
            <a:ext cx="6980903" cy="4532672"/>
          </a:xfrm>
        </p:spPr>
      </p:pic>
    </p:spTree>
    <p:extLst>
      <p:ext uri="{BB962C8B-B14F-4D97-AF65-F5344CB8AC3E}">
        <p14:creationId xmlns:p14="http://schemas.microsoft.com/office/powerpoint/2010/main" val="359825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cap="none" dirty="0" smtClean="0"/>
              <a:t>What position is the mouse to the cheese </a:t>
            </a:r>
            <a:r>
              <a:rPr lang="en-US" dirty="0" smtClean="0"/>
              <a:t>?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" r="2812" b="3005"/>
          <a:stretch/>
        </p:blipFill>
        <p:spPr>
          <a:xfrm>
            <a:off x="1995947" y="2045110"/>
            <a:ext cx="8032955" cy="4886632"/>
          </a:xfrm>
        </p:spPr>
      </p:pic>
    </p:spTree>
    <p:extLst>
      <p:ext uri="{BB962C8B-B14F-4D97-AF65-F5344CB8AC3E}">
        <p14:creationId xmlns:p14="http://schemas.microsoft.com/office/powerpoint/2010/main" val="183239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717756"/>
            <a:ext cx="10364451" cy="1229032"/>
          </a:xfrm>
        </p:spPr>
        <p:txBody>
          <a:bodyPr>
            <a:normAutofit fontScale="90000"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cap="none" dirty="0" smtClean="0"/>
              <a:t>Use the coordinates to locate the position of the following balls. Basketball, Tennis ball, soccer ball, pool ball and bowling ball. </a:t>
            </a:r>
            <a:endParaRPr lang="en-US" cap="non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t="2258" b="2053"/>
          <a:stretch/>
        </p:blipFill>
        <p:spPr>
          <a:xfrm>
            <a:off x="2517058" y="1946788"/>
            <a:ext cx="7384026" cy="491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5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 smtClean="0"/>
              <a:t>Use the coordinates to locate the position of a pirate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2141" r="1032" b="2355"/>
          <a:stretch/>
        </p:blipFill>
        <p:spPr>
          <a:xfrm>
            <a:off x="1494502" y="2214694"/>
            <a:ext cx="9360311" cy="4476158"/>
          </a:xfrm>
        </p:spPr>
      </p:pic>
    </p:spTree>
    <p:extLst>
      <p:ext uri="{BB962C8B-B14F-4D97-AF65-F5344CB8AC3E}">
        <p14:creationId xmlns:p14="http://schemas.microsoft.com/office/powerpoint/2010/main" val="3822831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5464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What are the coordinates of the position of the treasure? 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5" y="1671485"/>
            <a:ext cx="9242322" cy="5186515"/>
          </a:xfrm>
        </p:spPr>
      </p:pic>
    </p:spTree>
    <p:extLst>
      <p:ext uri="{BB962C8B-B14F-4D97-AF65-F5344CB8AC3E}">
        <p14:creationId xmlns:p14="http://schemas.microsoft.com/office/powerpoint/2010/main" val="2847673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353961"/>
            <a:ext cx="9803386" cy="1022555"/>
          </a:xfrm>
        </p:spPr>
        <p:txBody>
          <a:bodyPr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 smtClean="0"/>
              <a:t>Activity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7883" r="2810"/>
          <a:stretch/>
        </p:blipFill>
        <p:spPr>
          <a:xfrm>
            <a:off x="2005781" y="1219200"/>
            <a:ext cx="6921909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87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13638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6731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689</TotalTime>
  <Words>139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Droplet</vt:lpstr>
      <vt:lpstr> Views and positions </vt:lpstr>
      <vt:lpstr>Three dimensional/3d shapes are solids that have 3 dimensions such as length width and height.  </vt:lpstr>
      <vt:lpstr>Three Dimensional views of a cube </vt:lpstr>
      <vt:lpstr>Three dimensional looks of a hut </vt:lpstr>
      <vt:lpstr>Activity </vt:lpstr>
      <vt:lpstr>Memo </vt:lpstr>
      <vt:lpstr>Preposition of place   it Describes where something is in relation to another </vt:lpstr>
      <vt:lpstr>The position of the basketball to the box </vt:lpstr>
      <vt:lpstr>1. What position is the mouse is to the cheese ? </vt:lpstr>
      <vt:lpstr>2. What position is the mouse to the cheese ? </vt:lpstr>
      <vt:lpstr>3. What position is the mouse to the cheese ? </vt:lpstr>
      <vt:lpstr>4. What position is the mouse to the cheese ? </vt:lpstr>
      <vt:lpstr>Use the coordinates to locate the position of the following balls. Basketball, Tennis ball, soccer ball, pool ball and bowling ball. </vt:lpstr>
      <vt:lpstr>Use the coordinates to locate the position of a pirate  </vt:lpstr>
      <vt:lpstr>What are the coordinates of the position of the treasure?  </vt:lpstr>
      <vt:lpstr>Activity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POSITIONS</dc:title>
  <dc:creator>27672</dc:creator>
  <cp:lastModifiedBy>27672</cp:lastModifiedBy>
  <cp:revision>15</cp:revision>
  <dcterms:created xsi:type="dcterms:W3CDTF">2024-05-13T22:22:11Z</dcterms:created>
  <dcterms:modified xsi:type="dcterms:W3CDTF">2024-06-04T06:41:01Z</dcterms:modified>
</cp:coreProperties>
</file>