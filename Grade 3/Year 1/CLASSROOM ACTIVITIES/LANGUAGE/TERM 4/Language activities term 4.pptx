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7" r:id="rId22"/>
    <p:sldId id="274" r:id="rId23"/>
    <p:sldId id="278" r:id="rId24"/>
    <p:sldId id="275" r:id="rId25"/>
    <p:sldId id="279" r:id="rId26"/>
    <p:sldId id="276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19" autoAdjust="0"/>
  </p:normalViewPr>
  <p:slideViewPr>
    <p:cSldViewPr snapToGrid="0">
      <p:cViewPr varScale="1">
        <p:scale>
          <a:sx n="72" d="100"/>
          <a:sy n="72" d="100"/>
        </p:scale>
        <p:origin x="4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qPRvBk7bxc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.pinterest.com/pin/812336851521452887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s.com/teaching-resource/food-processing-and-production-worksheet-6160974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logystudent.com/prddes1/prdprces1.html" TargetMode="Externa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s.com/teaching-resource/the-world-of-work-11725491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lprintables.com/vocabulary_worksheets/jobs_occupations_professions/jobs_/THE_WORLD_OR_WORK_1011909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l/pin/210684088809200506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ixteenthstreetsynagogue.org/free-career-worksheets-for-elementary-students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hatistheurl.com/printable-people-and-jobs-worksheets/printable-people-and-jobs-match-worksheet-2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charesources.com/product/esl-jobs-flashcards-and-worksheets-bundle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aterialcampuswood88.z13.web.core.windows.net/printable-career-worksheets.html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Ict1pWSn6Q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rntbl.concejomunicipaldechinu.gov.co/entrepreneurship-crossword-puzzle-answers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83EDBE-8305-4199-B7AA-3D8B1117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Language.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B4169EA7-1C87-4A84-8F98-6EA2DCAD6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374240"/>
              </p:ext>
            </p:extLst>
          </p:nvPr>
        </p:nvGraphicFramePr>
        <p:xfrm>
          <a:off x="581025" y="2040835"/>
          <a:ext cx="11029950" cy="282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442304064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3519012096"/>
                    </a:ext>
                  </a:extLst>
                </a:gridCol>
              </a:tblGrid>
              <a:tr h="940904">
                <a:tc>
                  <a:txBody>
                    <a:bodyPr/>
                    <a:lstStyle/>
                    <a:p>
                      <a:r>
                        <a:rPr lang="en-ZA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3 YEAR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871612"/>
                  </a:ext>
                </a:extLst>
              </a:tr>
              <a:tr h="940904">
                <a:tc>
                  <a:txBody>
                    <a:bodyPr/>
                    <a:lstStyle/>
                    <a:p>
                      <a:r>
                        <a:rPr lang="en-ZA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4257"/>
                  </a:ext>
                </a:extLst>
              </a:tr>
              <a:tr h="940904">
                <a:tc>
                  <a:txBody>
                    <a:bodyPr/>
                    <a:lstStyle/>
                    <a:p>
                      <a:r>
                        <a:rPr lang="en-ZA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714334"/>
                  </a:ext>
                </a:extLst>
              </a:tr>
            </a:tbl>
          </a:graphicData>
        </a:graphic>
      </p:graphicFrame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4967125"/>
            <a:ext cx="11260667" cy="142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A6F1E2E-F888-40AF-884C-99FD26405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Products and processes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DF3330-EEF2-49F8-BBB4-67724A84C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193" y="2054087"/>
            <a:ext cx="11029616" cy="4399722"/>
          </a:xfrm>
        </p:spPr>
      </p:pic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109DB-94AE-4E6F-8721-5C545D4E2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Products and processes</a:t>
            </a:r>
            <a:br>
              <a:rPr lang="en-ZA" dirty="0"/>
            </a:br>
            <a:r>
              <a:rPr lang="en-ZA" sz="2000" i="1" u="sng" dirty="0"/>
              <a:t>group 1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17F1EFBA-6D9C-41D0-B836-FC46A8221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5617" y="2341563"/>
            <a:ext cx="9859618" cy="3633787"/>
          </a:xfrm>
        </p:spPr>
      </p:pic>
    </p:spTree>
    <p:extLst>
      <p:ext uri="{BB962C8B-B14F-4D97-AF65-F5344CB8AC3E}">
        <p14:creationId xmlns:p14="http://schemas.microsoft.com/office/powerpoint/2010/main" val="1822976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A2E2-1705-46DA-85EC-A7B01CAD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Products and processes</a:t>
            </a:r>
            <a:br>
              <a:rPr lang="en-ZA" dirty="0"/>
            </a:br>
            <a:r>
              <a:rPr lang="en-ZA" sz="1600" b="1" i="1" u="sng" dirty="0"/>
              <a:t>learners are required to colour the products in the worksheet accordingly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3A36E3-1D39-4E90-844E-D22B0C8AF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60174" y="2341563"/>
            <a:ext cx="10550634" cy="3979724"/>
          </a:xfrm>
        </p:spPr>
      </p:pic>
    </p:spTree>
    <p:extLst>
      <p:ext uri="{BB962C8B-B14F-4D97-AF65-F5344CB8AC3E}">
        <p14:creationId xmlns:p14="http://schemas.microsoft.com/office/powerpoint/2010/main" val="405900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D415-C952-468F-8414-6C7160E7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Product and processes</a:t>
            </a:r>
            <a:br>
              <a:rPr lang="en-ZA" dirty="0"/>
            </a:br>
            <a:r>
              <a:rPr lang="en-ZA" sz="1600" i="1" u="sng" dirty="0"/>
              <a:t>group 2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802819F-C66E-4AC3-8F6D-A07278626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54156" y="2341563"/>
            <a:ext cx="10760765" cy="4085741"/>
          </a:xfrm>
        </p:spPr>
      </p:pic>
    </p:spTree>
    <p:extLst>
      <p:ext uri="{BB962C8B-B14F-4D97-AF65-F5344CB8AC3E}">
        <p14:creationId xmlns:p14="http://schemas.microsoft.com/office/powerpoint/2010/main" val="1502234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BC017-A997-43D4-96E2-2B6A4843D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Products and processes</a:t>
            </a:r>
            <a:br>
              <a:rPr lang="en-ZA" dirty="0"/>
            </a:br>
            <a:r>
              <a:rPr lang="en-ZA" sz="1600" i="1" u="sng" dirty="0"/>
              <a:t>Group 3</a:t>
            </a:r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13A33973-E667-417C-BEDB-1E76CD701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052" y="2120348"/>
            <a:ext cx="11029616" cy="4200939"/>
          </a:xfrm>
        </p:spPr>
      </p:pic>
    </p:spTree>
    <p:extLst>
      <p:ext uri="{BB962C8B-B14F-4D97-AF65-F5344CB8AC3E}">
        <p14:creationId xmlns:p14="http://schemas.microsoft.com/office/powerpoint/2010/main" val="2110528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FE813-6C5D-4039-8B4F-803B3015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Animals that help us.</a:t>
            </a:r>
            <a:br>
              <a:rPr lang="en-ZA" dirty="0"/>
            </a:br>
            <a:r>
              <a:rPr lang="en-ZA" sz="1800" b="1" i="1" u="sng" dirty="0"/>
              <a:t>Group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F74B65-08C1-4EE2-9CB6-8541193F8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341563"/>
            <a:ext cx="10204174" cy="3633787"/>
          </a:xfrm>
        </p:spPr>
      </p:pic>
    </p:spTree>
    <p:extLst>
      <p:ext uri="{BB962C8B-B14F-4D97-AF65-F5344CB8AC3E}">
        <p14:creationId xmlns:p14="http://schemas.microsoft.com/office/powerpoint/2010/main" val="63874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5DF8-695A-4341-B14D-8227AA41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Animals that help 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D42ED2-484F-4BC4-9E85-8304C3D1D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973" y="1890877"/>
            <a:ext cx="11184835" cy="4668950"/>
          </a:xfrm>
        </p:spPr>
      </p:pic>
    </p:spTree>
    <p:extLst>
      <p:ext uri="{BB962C8B-B14F-4D97-AF65-F5344CB8AC3E}">
        <p14:creationId xmlns:p14="http://schemas.microsoft.com/office/powerpoint/2010/main" val="99942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E9D1-3CBD-4C33-A9C3-E6E8D9F9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Animals that help us</a:t>
            </a:r>
            <a:br>
              <a:rPr lang="en-ZA" dirty="0"/>
            </a:br>
            <a:r>
              <a:rPr lang="en-ZA" sz="1400" i="1" u="sng" dirty="0"/>
              <a:t>group 2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20097D-9A74-4A33-A6F6-BCDE01FB6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603513"/>
            <a:ext cx="11029616" cy="5088835"/>
          </a:xfrm>
        </p:spPr>
      </p:pic>
    </p:spTree>
    <p:extLst>
      <p:ext uri="{BB962C8B-B14F-4D97-AF65-F5344CB8AC3E}">
        <p14:creationId xmlns:p14="http://schemas.microsoft.com/office/powerpoint/2010/main" val="3323547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5110-84B0-43F1-9221-DAA07D69F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Animals that help 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FB614A-F73C-401F-80FF-39AF5FE61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653" y="2027584"/>
            <a:ext cx="10462590" cy="4558746"/>
          </a:xfrm>
        </p:spPr>
      </p:pic>
    </p:spTree>
    <p:extLst>
      <p:ext uri="{BB962C8B-B14F-4D97-AF65-F5344CB8AC3E}">
        <p14:creationId xmlns:p14="http://schemas.microsoft.com/office/powerpoint/2010/main" val="2880510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D1954-EAA8-434A-AC80-F5BA348A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Animals that help us</a:t>
            </a:r>
            <a:br>
              <a:rPr lang="en-ZA" dirty="0"/>
            </a:br>
            <a:r>
              <a:rPr lang="en-ZA" sz="1800" b="1" i="1" u="sng" dirty="0"/>
              <a:t>group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B0CE45-9B61-4BF8-8A9F-A66D98E9E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627" y="2182537"/>
            <a:ext cx="9992138" cy="3633787"/>
          </a:xfrm>
        </p:spPr>
      </p:pic>
    </p:spTree>
    <p:extLst>
      <p:ext uri="{BB962C8B-B14F-4D97-AF65-F5344CB8AC3E}">
        <p14:creationId xmlns:p14="http://schemas.microsoft.com/office/powerpoint/2010/main" val="1837780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1171-E911-413E-879A-1FFF12A8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Animals that help 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FB0C80-1921-451E-A37C-86CF8E099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148" y="2341563"/>
            <a:ext cx="10084903" cy="3633787"/>
          </a:xfrm>
        </p:spPr>
      </p:pic>
    </p:spTree>
    <p:extLst>
      <p:ext uri="{BB962C8B-B14F-4D97-AF65-F5344CB8AC3E}">
        <p14:creationId xmlns:p14="http://schemas.microsoft.com/office/powerpoint/2010/main" val="2518558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378AC-8602-4100-83E9-5B1BFFFD8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at 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56178C-7AC8-4AEA-A402-4F3200C82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92695" y="2398644"/>
            <a:ext cx="9515061" cy="3757200"/>
          </a:xfrm>
        </p:spPr>
      </p:pic>
    </p:spTree>
    <p:extLst>
      <p:ext uri="{BB962C8B-B14F-4D97-AF65-F5344CB8AC3E}">
        <p14:creationId xmlns:p14="http://schemas.microsoft.com/office/powerpoint/2010/main" val="218496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80C2-0F27-4464-8233-7B8A03EC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at work</a:t>
            </a:r>
            <a:br>
              <a:rPr lang="en-ZA" dirty="0"/>
            </a:br>
            <a:r>
              <a:rPr lang="en-ZA" sz="1800" i="1" u="sng" dirty="0"/>
              <a:t>group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550865-815A-4054-8E03-AF05D7F1B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192" y="1789043"/>
            <a:ext cx="10683156" cy="4956314"/>
          </a:xfrm>
        </p:spPr>
      </p:pic>
    </p:spTree>
    <p:extLst>
      <p:ext uri="{BB962C8B-B14F-4D97-AF65-F5344CB8AC3E}">
        <p14:creationId xmlns:p14="http://schemas.microsoft.com/office/powerpoint/2010/main" val="817456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F61F9-5D66-468F-A0E3-7DE6B2577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at work</a:t>
            </a:r>
            <a:br>
              <a:rPr lang="en-ZA" dirty="0"/>
            </a:br>
            <a:r>
              <a:rPr lang="en-ZA" sz="1600" i="1" u="sng" dirty="0"/>
              <a:t>group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CBA66C-1901-4F22-B29C-36B034E15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192" y="1890876"/>
            <a:ext cx="10391608" cy="4377402"/>
          </a:xfrm>
        </p:spPr>
      </p:pic>
    </p:spTree>
    <p:extLst>
      <p:ext uri="{BB962C8B-B14F-4D97-AF65-F5344CB8AC3E}">
        <p14:creationId xmlns:p14="http://schemas.microsoft.com/office/powerpoint/2010/main" val="1861167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73D1-3839-4C9A-AC21-0EF38629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at work</a:t>
            </a:r>
            <a:br>
              <a:rPr lang="en-ZA" dirty="0"/>
            </a:br>
            <a:r>
              <a:rPr lang="en-ZA" sz="1600" i="1" u="sng" dirty="0"/>
              <a:t>group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3B3C65-EC51-4C5F-9F46-7188F4B48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192" y="1890876"/>
            <a:ext cx="9768756" cy="4483419"/>
          </a:xfrm>
        </p:spPr>
      </p:pic>
    </p:spTree>
    <p:extLst>
      <p:ext uri="{BB962C8B-B14F-4D97-AF65-F5344CB8AC3E}">
        <p14:creationId xmlns:p14="http://schemas.microsoft.com/office/powerpoint/2010/main" val="134288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23B5B-E48F-4689-B68F-5FED2974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</a:t>
            </a:r>
            <a:r>
              <a:rPr lang="en-ZA" dirty="0" err="1"/>
              <a:t>aT</a:t>
            </a:r>
            <a:r>
              <a:rPr lang="en-ZA" dirty="0"/>
              <a:t> work</a:t>
            </a:r>
            <a:br>
              <a:rPr lang="en-ZA" dirty="0"/>
            </a:br>
            <a:r>
              <a:rPr lang="en-ZA" sz="1800" i="1" u="sng" dirty="0"/>
              <a:t>group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D7D724-EB5E-49C9-8788-B4D860C9C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1148" y="1890877"/>
            <a:ext cx="10257182" cy="4562932"/>
          </a:xfrm>
        </p:spPr>
      </p:pic>
    </p:spTree>
    <p:extLst>
      <p:ext uri="{BB962C8B-B14F-4D97-AF65-F5344CB8AC3E}">
        <p14:creationId xmlns:p14="http://schemas.microsoft.com/office/powerpoint/2010/main" val="682895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1D95-948B-447B-B99F-1ED8EFAE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AT WORK</a:t>
            </a:r>
            <a:br>
              <a:rPr lang="en-ZA" dirty="0"/>
            </a:br>
            <a:r>
              <a:rPr lang="en-ZA" sz="1600" b="1" i="1" u="sng" dirty="0"/>
              <a:t>GROUP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B7AC15-FDEF-480B-BA3F-920D302A1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192" y="1890876"/>
            <a:ext cx="10775921" cy="4721959"/>
          </a:xfrm>
        </p:spPr>
      </p:pic>
    </p:spTree>
    <p:extLst>
      <p:ext uri="{BB962C8B-B14F-4D97-AF65-F5344CB8AC3E}">
        <p14:creationId xmlns:p14="http://schemas.microsoft.com/office/powerpoint/2010/main" val="3202610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B790-ED3F-48FD-A346-05E84B30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WORLD AT WORK</a:t>
            </a:r>
            <a:br>
              <a:rPr lang="en-ZA" dirty="0"/>
            </a:br>
            <a:r>
              <a:rPr lang="en-ZA" sz="1600" b="1" i="1" u="sng" dirty="0"/>
              <a:t>GROUP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84C45A-91EF-4A8E-9A34-1F31795FE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5130" y="2054087"/>
            <a:ext cx="10815678" cy="4479235"/>
          </a:xfrm>
        </p:spPr>
      </p:pic>
    </p:spTree>
    <p:extLst>
      <p:ext uri="{BB962C8B-B14F-4D97-AF65-F5344CB8AC3E}">
        <p14:creationId xmlns:p14="http://schemas.microsoft.com/office/powerpoint/2010/main" val="3829489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7AF5-0E33-4173-8669-57F49E27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9322"/>
          </a:xfrm>
        </p:spPr>
        <p:txBody>
          <a:bodyPr/>
          <a:lstStyle/>
          <a:p>
            <a:r>
              <a:rPr lang="en-ZA" dirty="0"/>
              <a:t>I CAN BE AN ENTREPRENEUR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4D61E5-164B-4A76-A0C4-11334DBC8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192" y="1722783"/>
            <a:ext cx="11029615" cy="4704521"/>
          </a:xfrm>
        </p:spPr>
      </p:pic>
    </p:spTree>
    <p:extLst>
      <p:ext uri="{BB962C8B-B14F-4D97-AF65-F5344CB8AC3E}">
        <p14:creationId xmlns:p14="http://schemas.microsoft.com/office/powerpoint/2010/main" val="529155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EEBC-4FB8-4C64-B025-723DF5C32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23061"/>
          </a:xfrm>
        </p:spPr>
        <p:txBody>
          <a:bodyPr>
            <a:normAutofit fontScale="90000"/>
          </a:bodyPr>
          <a:lstStyle/>
          <a:p>
            <a:r>
              <a:rPr lang="en-ZA" dirty="0"/>
              <a:t>I CAN BE AN ENTREPENEUR</a:t>
            </a:r>
            <a:br>
              <a:rPr lang="en-ZA" dirty="0"/>
            </a:br>
            <a:r>
              <a:rPr lang="en-ZA" sz="1800" i="1" u="sng" dirty="0"/>
              <a:t>GROUP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254986-C9F3-4197-800D-9B799D9A8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373" y="1497013"/>
            <a:ext cx="10310191" cy="4478337"/>
          </a:xfrm>
        </p:spPr>
      </p:pic>
    </p:spTree>
    <p:extLst>
      <p:ext uri="{BB962C8B-B14F-4D97-AF65-F5344CB8AC3E}">
        <p14:creationId xmlns:p14="http://schemas.microsoft.com/office/powerpoint/2010/main" val="4076463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2B64-7434-4668-8B8C-3808E8B06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33879"/>
          </a:xfrm>
        </p:spPr>
        <p:txBody>
          <a:bodyPr/>
          <a:lstStyle/>
          <a:p>
            <a:r>
              <a:rPr lang="en-ZA" dirty="0"/>
              <a:t>I CAN BE AN ENTREPRENEUR</a:t>
            </a:r>
            <a:br>
              <a:rPr lang="en-ZA" dirty="0"/>
            </a:br>
            <a:r>
              <a:rPr lang="en-ZA" sz="1600" b="1" i="1" u="sng" dirty="0"/>
              <a:t>GROUP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BB2B6A-B091-4308-8427-2896C616E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157" y="1828800"/>
            <a:ext cx="9859617" cy="4146550"/>
          </a:xfrm>
        </p:spPr>
      </p:pic>
    </p:spTree>
    <p:extLst>
      <p:ext uri="{BB962C8B-B14F-4D97-AF65-F5344CB8AC3E}">
        <p14:creationId xmlns:p14="http://schemas.microsoft.com/office/powerpoint/2010/main" val="2365906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F675-4CC4-4FAC-87E7-C13FAC4D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 CAN BE AN ENTREPENEUR</a:t>
            </a:r>
            <a:br>
              <a:rPr lang="en-ZA" dirty="0"/>
            </a:br>
            <a:r>
              <a:rPr lang="en-ZA" sz="1600" b="1" i="1" u="sng" dirty="0"/>
              <a:t>GROUP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D533EC-B219-45DD-ABD7-0A445AB44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870" y="1890877"/>
            <a:ext cx="11029616" cy="4589436"/>
          </a:xfrm>
        </p:spPr>
      </p:pic>
    </p:spTree>
    <p:extLst>
      <p:ext uri="{BB962C8B-B14F-4D97-AF65-F5344CB8AC3E}">
        <p14:creationId xmlns:p14="http://schemas.microsoft.com/office/powerpoint/2010/main" val="1826078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96CB-41C4-4DE3-BA54-05D70709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I CAN BE AN ENTREPRENEUR</a:t>
            </a:r>
            <a:br>
              <a:rPr lang="en-ZA" dirty="0"/>
            </a:br>
            <a:r>
              <a:rPr lang="en-ZA" sz="1800" b="1" i="1" u="sng" dirty="0"/>
              <a:t>GROUP 3</a:t>
            </a:r>
            <a:br>
              <a:rPr lang="en-ZA" sz="1800" b="1" i="1" u="sng" dirty="0"/>
            </a:br>
            <a:r>
              <a:rPr lang="en-ZA" sz="1600" i="1" dirty="0"/>
              <a:t>THE TEACHER WILL HAVE TO GIVE LEARNERS THE DEFINITION OF THE WORDS BELOW AND THE LEARNERS MUST WRITE THEM DOWN ON THE PROVIDED SPACE.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FE0242-774F-4130-AB36-A1CA00A72D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158" y="2239617"/>
            <a:ext cx="9674086" cy="4267200"/>
          </a:xfrm>
        </p:spPr>
      </p:pic>
    </p:spTree>
    <p:extLst>
      <p:ext uri="{BB962C8B-B14F-4D97-AF65-F5344CB8AC3E}">
        <p14:creationId xmlns:p14="http://schemas.microsoft.com/office/powerpoint/2010/main" val="1345224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5CEF-1BA1-49EC-9EDE-AC245C32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74854"/>
          </a:xfrm>
        </p:spPr>
        <p:txBody>
          <a:bodyPr/>
          <a:lstStyle/>
          <a:p>
            <a:r>
              <a:rPr lang="en-ZA" dirty="0"/>
              <a:t>I CAN BE AN ENTREPRENEUR</a:t>
            </a:r>
            <a:br>
              <a:rPr lang="en-ZA" dirty="0"/>
            </a:br>
            <a:r>
              <a:rPr lang="en-ZA" sz="1400" b="1" i="1" u="sng" dirty="0"/>
              <a:t>GROUP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1C7308-AC07-458E-9BC2-C6A4E6B06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4071" y="1577011"/>
            <a:ext cx="11186738" cy="5049076"/>
          </a:xfrm>
        </p:spPr>
      </p:pic>
    </p:spTree>
    <p:extLst>
      <p:ext uri="{BB962C8B-B14F-4D97-AF65-F5344CB8AC3E}">
        <p14:creationId xmlns:p14="http://schemas.microsoft.com/office/powerpoint/2010/main" val="324602427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{7F072A36-B86C-4475-9501-BEDC1DE7EBB4}tf33552983_win32</Template>
  <TotalTime>215</TotalTime>
  <Words>190</Words>
  <Application>Microsoft Office PowerPoint</Application>
  <PresentationFormat>Widescreen</PresentationFormat>
  <Paragraphs>31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Franklin Gothic Book</vt:lpstr>
      <vt:lpstr>Franklin Gothic Demi</vt:lpstr>
      <vt:lpstr>Wingdings 2</vt:lpstr>
      <vt:lpstr>DividendVTI</vt:lpstr>
      <vt:lpstr>Language.</vt:lpstr>
      <vt:lpstr>Products and processes</vt:lpstr>
      <vt:lpstr>Products and processes group 1</vt:lpstr>
      <vt:lpstr>Products and processes learners are required to colour the products in the worksheet accordingly</vt:lpstr>
      <vt:lpstr>Product and processes group 2</vt:lpstr>
      <vt:lpstr>Products and processes Group 3</vt:lpstr>
      <vt:lpstr>Animals that help us. Group 1</vt:lpstr>
      <vt:lpstr>Animals that help us</vt:lpstr>
      <vt:lpstr>Animals that help us group 2</vt:lpstr>
      <vt:lpstr>Animals that help us</vt:lpstr>
      <vt:lpstr>Animals that help us group 3</vt:lpstr>
      <vt:lpstr>Animals that help us</vt:lpstr>
      <vt:lpstr>World at work</vt:lpstr>
      <vt:lpstr>World at work group 1</vt:lpstr>
      <vt:lpstr>World at work group 1</vt:lpstr>
      <vt:lpstr>World at work group 2</vt:lpstr>
      <vt:lpstr>World aT work group 2</vt:lpstr>
      <vt:lpstr>WORLD AT WORK GROUP 3</vt:lpstr>
      <vt:lpstr>WORLD AT WORK GROUP 3</vt:lpstr>
      <vt:lpstr>I CAN BE AN ENTREPRENEUR </vt:lpstr>
      <vt:lpstr>I CAN BE AN ENTREPENEUR GROUP 1</vt:lpstr>
      <vt:lpstr>I CAN BE AN ENTREPRENEUR GROUP 2</vt:lpstr>
      <vt:lpstr>I CAN BE AN ENTREPENEUR GROUP 2</vt:lpstr>
      <vt:lpstr>I CAN BE AN ENTREPRENEUR GROUP 3 THE TEACHER WILL HAVE TO GIVE LEARNERS THE DEFINITION OF THE WORDS BELOW AND THE LEARNERS MUST WRITE THEM DOWN ON THE PROVIDED SPACE.</vt:lpstr>
      <vt:lpstr>I CAN BE AN ENTREPRENEUR GROUP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Language.</dc:title>
  <dc:creator>Student_PC</dc:creator>
  <cp:lastModifiedBy>Student_PC</cp:lastModifiedBy>
  <cp:revision>12</cp:revision>
  <dcterms:created xsi:type="dcterms:W3CDTF">2024-07-11T21:09:08Z</dcterms:created>
  <dcterms:modified xsi:type="dcterms:W3CDTF">2024-07-12T07:36:10Z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