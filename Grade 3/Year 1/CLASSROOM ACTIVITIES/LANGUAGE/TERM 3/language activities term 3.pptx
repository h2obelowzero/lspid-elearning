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981" autoAdjust="0"/>
  </p:normalViewPr>
  <p:slideViewPr>
    <p:cSldViewPr snapToGrid="0">
      <p:cViewPr varScale="1">
        <p:scale>
          <a:sx n="65" d="100"/>
          <a:sy n="65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cschool.co.za/grade-3/39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.au/pin/safety-signs-online-worksheet-for-kgrade3-you-can-do-the-exercises-online-or-download-th--899875569270452457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nlineworksheetsforkids.com/worksheets/Safety-Worksheets-for-grade-1-3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zoneklaudia.z19.web.core.windows.net/safety-sign-worksheets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797700152737122409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worksheetsforkids.com/worksheets/Safety-Worksheets-For-Grade-1-3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vink.com/explore/Air-Pollution-Activity-for-Kids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erspayteachers.com/Product/Pollution-Cut-and-Paste-Activity-NGSS-Aligned-7895941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librarybeverly.z21.web.core.windows.net/pollution-grade-3-worksheets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erspayteachers.com/Product/Types-of-Pollution-Word-Search-Activity-6100133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yanaaboushakra/pollution-grade-3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liblighted.z13.web.core.windows.net/pollution-worksheets-pdf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access.com/fruits-and-vegetables-high-resolution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mbar.co/post/tracing-fruits-worksheet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choolplanet.us/fruit-or-vegetable-worksheet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.kr/pin/701083866973889046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worksheets.com/w/en/english-second-language-esl/546825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leverlearner.com/science/fruits-and-vegetables-preschool-worksheets.html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BC0C5C-0E55-4248-A97C-00DE3D55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0FAB1C3-974E-44B6-B098-51035C6C6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149225"/>
              </p:ext>
            </p:extLst>
          </p:nvPr>
        </p:nvGraphicFramePr>
        <p:xfrm>
          <a:off x="1141413" y="1139687"/>
          <a:ext cx="9905998" cy="534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4217">
                  <a:extLst>
                    <a:ext uri="{9D8B030D-6E8A-4147-A177-3AD203B41FA5}">
                      <a16:colId xmlns:a16="http://schemas.microsoft.com/office/drawing/2014/main" val="248358132"/>
                    </a:ext>
                  </a:extLst>
                </a:gridCol>
                <a:gridCol w="4851781">
                  <a:extLst>
                    <a:ext uri="{9D8B030D-6E8A-4147-A177-3AD203B41FA5}">
                      <a16:colId xmlns:a16="http://schemas.microsoft.com/office/drawing/2014/main" val="4278070999"/>
                    </a:ext>
                  </a:extLst>
                </a:gridCol>
              </a:tblGrid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9239"/>
                  </a:ext>
                </a:extLst>
              </a:tr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 3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10340"/>
                  </a:ext>
                </a:extLst>
              </a:tr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0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6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113E-D16A-44D9-A017-89FB94E1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3447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0DF1-68F4-41F8-93A3-A2D7864E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39687"/>
            <a:ext cx="9905999" cy="4651514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7EE4F-2EEA-4404-BF43-669F7A3BC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577008"/>
            <a:ext cx="9905998" cy="498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1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3130-EC92-4382-BC79-29D64DB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3691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C5153A-A392-4A80-995E-463694BC7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3" y="1113183"/>
            <a:ext cx="10334970" cy="5261113"/>
          </a:xfrm>
        </p:spPr>
      </p:pic>
    </p:spTree>
    <p:extLst>
      <p:ext uri="{BB962C8B-B14F-4D97-AF65-F5344CB8AC3E}">
        <p14:creationId xmlns:p14="http://schemas.microsoft.com/office/powerpoint/2010/main" val="1013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4F76-9EAF-4786-9FAE-DA34F1E4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2230"/>
          </a:xfrm>
        </p:spPr>
        <p:txBody>
          <a:bodyPr>
            <a:normAutofit/>
          </a:bodyPr>
          <a:lstStyle/>
          <a:p>
            <a:r>
              <a:rPr lang="en-ZA" dirty="0"/>
              <a:t>PUBLIC SAFETY</a:t>
            </a:r>
            <a:br>
              <a:rPr lang="en-ZA" dirty="0"/>
            </a:br>
            <a:r>
              <a:rPr lang="en-ZA" sz="1800" b="1" i="1" dirty="0"/>
              <a:t>Group 2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8EFE1E-B0EA-464D-B96C-09CB9986F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4" y="1630017"/>
            <a:ext cx="9698864" cy="4609465"/>
          </a:xfrm>
        </p:spPr>
      </p:pic>
    </p:spTree>
    <p:extLst>
      <p:ext uri="{BB962C8B-B14F-4D97-AF65-F5344CB8AC3E}">
        <p14:creationId xmlns:p14="http://schemas.microsoft.com/office/powerpoint/2010/main" val="3632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E08A-18C6-4BA8-9E57-67ACFFEC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3204"/>
          </a:xfrm>
        </p:spPr>
        <p:txBody>
          <a:bodyPr>
            <a:normAutofit fontScale="90000"/>
          </a:bodyPr>
          <a:lstStyle/>
          <a:p>
            <a:r>
              <a:rPr lang="en-ZA" dirty="0"/>
              <a:t>Public safety</a:t>
            </a:r>
            <a:br>
              <a:rPr lang="en-ZA" dirty="0"/>
            </a:br>
            <a:r>
              <a:rPr lang="en-ZA" sz="2000" b="1" i="1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0E8204-2666-4098-A83F-F99CF0B72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56523" y="1550988"/>
            <a:ext cx="9390888" cy="4836560"/>
          </a:xfrm>
        </p:spPr>
      </p:pic>
    </p:spTree>
    <p:extLst>
      <p:ext uri="{BB962C8B-B14F-4D97-AF65-F5344CB8AC3E}">
        <p14:creationId xmlns:p14="http://schemas.microsoft.com/office/powerpoint/2010/main" val="12961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B6C8-A0F1-45A8-92E3-64C205CD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99465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C1C5-BB84-4D57-9B79-5D09F719C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1965"/>
            <a:ext cx="9905999" cy="4479236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9B270-AC76-4F63-BBDC-85175D244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0417" y="1815548"/>
            <a:ext cx="10376453" cy="46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7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BE2D-36BD-4500-9765-39647E8B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7186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B9F71-72D1-40BB-A1C3-A9D42EE6E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45704"/>
            <a:ext cx="9905999" cy="4545497"/>
          </a:xfrm>
        </p:spPr>
        <p:txBody>
          <a:bodyPr/>
          <a:lstStyle/>
          <a:p>
            <a:r>
              <a:rPr lang="en-ZA" dirty="0"/>
              <a:t>Group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2247D-6320-4E63-92B1-A938B549E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696278"/>
            <a:ext cx="10348224" cy="47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6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3C3C-0C7E-405E-A28A-3AA20AC8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0682"/>
          </a:xfrm>
        </p:spPr>
        <p:txBody>
          <a:bodyPr/>
          <a:lstStyle/>
          <a:p>
            <a:r>
              <a:rPr lang="en-ZA" dirty="0"/>
              <a:t>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6EC7-809F-45E2-BEEE-4A3D5D892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86678"/>
            <a:ext cx="9905999" cy="4704523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F4683-2514-4E1C-876C-5B937AA0D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2" y="1687359"/>
            <a:ext cx="9592849" cy="47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8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BB6B-534F-41E1-B6F9-350982F7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80195"/>
          </a:xfrm>
        </p:spPr>
        <p:txBody>
          <a:bodyPr/>
          <a:lstStyle/>
          <a:p>
            <a:r>
              <a:rPr lang="en-ZA" dirty="0"/>
              <a:t>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B344-5894-4472-ADFE-10FF20E1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98713"/>
            <a:ext cx="9905999" cy="4492488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F10C0-3555-46F1-881E-0DA73A0DA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38470" y="1758950"/>
            <a:ext cx="9905998" cy="44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04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696D-A681-46EE-92B7-9BCD4796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0682"/>
          </a:xfrm>
        </p:spPr>
        <p:txBody>
          <a:bodyPr/>
          <a:lstStyle/>
          <a:p>
            <a:r>
              <a:rPr lang="en-ZA" dirty="0"/>
              <a:t>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1081A-E8B5-403B-9D87-C68C76399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11965"/>
            <a:ext cx="9905999" cy="4479236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r>
              <a:rPr lang="en-ZA" sz="1400" i="1" u="sng" dirty="0"/>
              <a:t>LEARNERS ARE REQUIRED TO CHOOSE AND HIGHLIGHT WORDS THAT HAVE THE SAME CONSONANT DIAGRAPHS AT THE BEGINNING OF EACH 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65D10-08D4-468B-BBED-63FA67109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04798" y="2435087"/>
            <a:ext cx="9753531" cy="42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55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3677-CB29-44D6-9FC1-C5E09AC0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837"/>
          </a:xfrm>
        </p:spPr>
        <p:txBody>
          <a:bodyPr/>
          <a:lstStyle/>
          <a:p>
            <a:r>
              <a:rPr lang="en-ZA" dirty="0"/>
              <a:t>POLLUTION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92A9-8098-48DD-B89E-E0149DF9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355"/>
            <a:ext cx="9905999" cy="4463846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02531-19BE-4865-A956-5BD1F157D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0" y="1887794"/>
            <a:ext cx="10214847" cy="48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9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E429-72DB-4AF6-92D0-555EED5C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3082"/>
          </a:xfrm>
        </p:spPr>
        <p:txBody>
          <a:bodyPr/>
          <a:lstStyle/>
          <a:p>
            <a:r>
              <a:rPr lang="en-ZA" dirty="0"/>
              <a:t>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D9F0-2DD2-4B79-AD0F-DCC1613E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1600"/>
            <a:ext cx="9905999" cy="4419601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400" b="0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LEARNERS ARE REQUIRED TO CHOOSE AND HIGHLIGHT WORDS THAT HAVE THE SAME CONSONANT DIAGRAPHS AT THE BEGINNING OF EACH WORD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8A7A4-3A54-4982-8EB0-88AA2A176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6471" y="2566219"/>
            <a:ext cx="10899058" cy="397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87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68D8-FA89-4AE9-83A4-A09CDB7E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837"/>
          </a:xfrm>
        </p:spPr>
        <p:txBody>
          <a:bodyPr/>
          <a:lstStyle/>
          <a:p>
            <a:r>
              <a:rPr lang="en-ZA" dirty="0"/>
              <a:t>POLLUTION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04F27-B3D4-4DF8-B9AD-55954A7D9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427" y="1223963"/>
            <a:ext cx="10943302" cy="5530798"/>
          </a:xfrm>
        </p:spPr>
      </p:pic>
    </p:spTree>
    <p:extLst>
      <p:ext uri="{BB962C8B-B14F-4D97-AF65-F5344CB8AC3E}">
        <p14:creationId xmlns:p14="http://schemas.microsoft.com/office/powerpoint/2010/main" val="298142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8024-8A9A-4557-807E-42393AAF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Fruits and vegetables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379CF-1C7D-4B46-AD96-99DB9D3EB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4903" y="1828800"/>
            <a:ext cx="10162508" cy="4645742"/>
          </a:xfrm>
        </p:spPr>
      </p:pic>
    </p:spTree>
    <p:extLst>
      <p:ext uri="{BB962C8B-B14F-4D97-AF65-F5344CB8AC3E}">
        <p14:creationId xmlns:p14="http://schemas.microsoft.com/office/powerpoint/2010/main" val="23334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AEF7-ED5C-4734-BF5C-693CF61D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97327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0AD5-C415-48A3-88A4-5B72C1DE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38865"/>
            <a:ext cx="9905999" cy="4552336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4BBB7-A813-4669-9002-1ABF65E21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0" y="1784555"/>
            <a:ext cx="10450821" cy="445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6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AF12-2BB8-4E92-8590-F23F8DDF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9340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C4E71-C42A-4944-A17D-65DED6489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3" y="1297858"/>
            <a:ext cx="9801890" cy="5560141"/>
          </a:xfrm>
        </p:spPr>
      </p:pic>
    </p:spTree>
    <p:extLst>
      <p:ext uri="{BB962C8B-B14F-4D97-AF65-F5344CB8AC3E}">
        <p14:creationId xmlns:p14="http://schemas.microsoft.com/office/powerpoint/2010/main" val="278893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49E5-9AB0-4EB7-B571-F5BF27C0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0347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0A61-E004-46DE-9603-213894B3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38866"/>
            <a:ext cx="9905999" cy="4552336"/>
          </a:xfrm>
        </p:spPr>
        <p:txBody>
          <a:bodyPr/>
          <a:lstStyle/>
          <a:p>
            <a:r>
              <a:rPr lang="en-ZA" dirty="0"/>
              <a:t>Group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8735D-0875-480C-B764-C947BD2F6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426" y="1637071"/>
            <a:ext cx="10840063" cy="511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7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1340-8C61-450B-933E-E0DDC6A4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4088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2112D1-600F-43BD-84CF-740CB8C98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2606"/>
            <a:ext cx="9905999" cy="5442155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97237-08DE-430D-87C3-A80694E0F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3174" y="1784554"/>
            <a:ext cx="11135032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9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707C-9754-45A1-9345-73B0020A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8334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ED90-21A6-4940-8594-E03AB83C9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6852"/>
            <a:ext cx="9905999" cy="4434349"/>
          </a:xfrm>
        </p:spPr>
        <p:txBody>
          <a:bodyPr/>
          <a:lstStyle/>
          <a:p>
            <a:r>
              <a:rPr lang="en-ZA" dirty="0"/>
              <a:t>Group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DBACF-632A-4607-894D-E372E9A2D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769806"/>
            <a:ext cx="10480318" cy="47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20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83</TotalTime>
  <Words>115</Words>
  <Application>Microsoft Office PowerPoint</Application>
  <PresentationFormat>Widescreen</PresentationFormat>
  <Paragraphs>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Tw Cen MT</vt:lpstr>
      <vt:lpstr>Circuit</vt:lpstr>
      <vt:lpstr>PowerPoint Presentation</vt:lpstr>
      <vt:lpstr>PUBLIC SAFETY</vt:lpstr>
      <vt:lpstr>PUBLIC SAFETY</vt:lpstr>
      <vt:lpstr>PUBLIC SAFETY Group 2</vt:lpstr>
      <vt:lpstr>Public safety Group 2</vt:lpstr>
      <vt:lpstr>Public safety</vt:lpstr>
      <vt:lpstr>Public safety</vt:lpstr>
      <vt:lpstr>Pollution</vt:lpstr>
      <vt:lpstr>POLLUTION</vt:lpstr>
      <vt:lpstr>POLLUTION</vt:lpstr>
      <vt:lpstr>POLLUTION </vt:lpstr>
      <vt:lpstr>POLLUTION</vt:lpstr>
      <vt:lpstr>POLLUTION</vt:lpstr>
      <vt:lpstr>Fruits and vegetables</vt:lpstr>
      <vt:lpstr>Fruits and vegetables</vt:lpstr>
      <vt:lpstr>Fruits and vegetables</vt:lpstr>
      <vt:lpstr>Fruits and vegetables</vt:lpstr>
      <vt:lpstr>Fruits and vegetables</vt:lpstr>
      <vt:lpstr>Fruits and vegetables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8</cp:revision>
  <dcterms:created xsi:type="dcterms:W3CDTF">2024-07-11T19:43:39Z</dcterms:created>
  <dcterms:modified xsi:type="dcterms:W3CDTF">2024-07-11T21:07:32Z</dcterms:modified>
</cp:coreProperties>
</file>