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743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865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358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254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956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970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711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426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785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486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2304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1460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319644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528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978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662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6CB59-8B0F-4B6D-9D62-930C7BAC7892}" type="datetimeFigureOut">
              <a:rPr lang="en-US" smtClean="0"/>
              <a:t>4/22/2024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030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595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Trebuchet MS</vt:lpstr>
      <vt:lpstr>Wingdings 3</vt:lpstr>
      <vt:lpstr>Facet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 Year 2</dc:title>
  <dc:creator>Dr. MP Mazibuko</dc:creator>
  <cp:lastModifiedBy>Dr. MP Mazibuko</cp:lastModifiedBy>
  <cp:revision>98</cp:revision>
  <dcterms:created xsi:type="dcterms:W3CDTF">2022-08-25T11:18:17Z</dcterms:created>
  <dcterms:modified xsi:type="dcterms:W3CDTF">2024-04-22T10:15:20Z</dcterms:modified>
</cp:coreProperties>
</file>