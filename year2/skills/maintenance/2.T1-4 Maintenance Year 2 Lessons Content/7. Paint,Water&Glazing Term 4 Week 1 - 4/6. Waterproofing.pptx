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2" r:id="rId4"/>
    <p:sldId id="273" r:id="rId5"/>
    <p:sldId id="276" r:id="rId6"/>
    <p:sldId id="280" r:id="rId7"/>
    <p:sldId id="279" r:id="rId8"/>
    <p:sldId id="278" r:id="rId9"/>
    <p:sldId id="277" r:id="rId10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660"/>
  </p:normalViewPr>
  <p:slideViewPr>
    <p:cSldViewPr snapToGrid="0">
      <p:cViewPr varScale="1">
        <p:scale>
          <a:sx n="84" d="100"/>
          <a:sy n="84" d="100"/>
        </p:scale>
        <p:origin x="18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1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00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94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5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95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3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94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4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0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83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5919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48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4223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85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21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99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56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50312"/>
            <a:ext cx="12192000" cy="135281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Waterproofing</a:t>
            </a:r>
            <a:r>
              <a:rPr lang="en-US" sz="9600" b="1" dirty="0" smtClean="0"/>
              <a:t/>
            </a:r>
            <a:br>
              <a:rPr lang="en-US" sz="9600" b="1" dirty="0" smtClean="0"/>
            </a:b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901874"/>
            <a:ext cx="12192000" cy="5956126"/>
          </a:xfrm>
        </p:spPr>
        <p:txBody>
          <a:bodyPr>
            <a:normAutofit/>
          </a:bodyPr>
          <a:lstStyle/>
          <a:p>
            <a:pPr algn="l"/>
            <a:r>
              <a:rPr lang="en-US" sz="3600" b="1" u="sng" dirty="0" smtClean="0"/>
              <a:t>Places</a:t>
            </a:r>
            <a:r>
              <a:rPr lang="en-US" sz="6600" b="1" u="sng" dirty="0" smtClean="0"/>
              <a:t> </a:t>
            </a:r>
            <a:r>
              <a:rPr lang="en-US" sz="3600" b="1" u="sng" dirty="0" smtClean="0"/>
              <a:t>where waterproofing is essential:</a:t>
            </a:r>
          </a:p>
          <a:p>
            <a:pPr algn="l"/>
            <a:r>
              <a:rPr lang="en-US" sz="3600" b="1" dirty="0" smtClean="0"/>
              <a:t>1.</a:t>
            </a:r>
            <a:r>
              <a:rPr lang="en-US" sz="3600" b="1" u="sng" dirty="0" smtClean="0"/>
              <a:t>Square feet of the building</a:t>
            </a:r>
          </a:p>
          <a:p>
            <a:pPr algn="l"/>
            <a:endParaRPr lang="en-US" sz="3600" b="1" u="sng" dirty="0"/>
          </a:p>
          <a:p>
            <a:pPr algn="l"/>
            <a:endParaRPr lang="en-US" sz="3600" b="1" u="sng" dirty="0" smtClean="0"/>
          </a:p>
          <a:p>
            <a:pPr algn="l"/>
            <a:r>
              <a:rPr lang="en-US" sz="3600" b="1" dirty="0" smtClean="0"/>
              <a:t>2.</a:t>
            </a:r>
            <a:r>
              <a:rPr lang="en-US" sz="3600" b="1" u="sng" dirty="0" smtClean="0"/>
              <a:t>Foundations walls</a:t>
            </a:r>
            <a:endParaRPr lang="en-US" sz="3600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61" y="4954677"/>
            <a:ext cx="2981325" cy="1533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260" y="2720694"/>
            <a:ext cx="2981325" cy="145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3. Swimming pools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4. Basement of buildings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862" y="991673"/>
            <a:ext cx="3155324" cy="20733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862" y="4475542"/>
            <a:ext cx="3155324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045824" cy="685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5.Roofs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6. Bricks</a:t>
            </a:r>
            <a:endParaRPr lang="en-US" sz="3600" dirty="0"/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179" y="1139913"/>
            <a:ext cx="3561492" cy="2066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179" y="4338814"/>
            <a:ext cx="3561492" cy="216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4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045824" cy="685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 smtClean="0"/>
              <a:t>Types of roofs and waterproofing methods </a:t>
            </a:r>
          </a:p>
          <a:p>
            <a:pPr marL="0" indent="0">
              <a:buNone/>
            </a:pPr>
            <a:r>
              <a:rPr lang="en-US" sz="2400" dirty="0" smtClean="0"/>
              <a:t>1. </a:t>
            </a:r>
            <a:r>
              <a:rPr lang="en-US" sz="2400" u="sng" dirty="0" smtClean="0"/>
              <a:t>Parapet roofs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 smtClean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2. </a:t>
            </a:r>
            <a:r>
              <a:rPr lang="en-US" sz="2400" u="sng" dirty="0" smtClean="0"/>
              <a:t>End wall flashings </a:t>
            </a:r>
            <a:endParaRPr lang="en-US" sz="2400" u="sng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2400" dirty="0" smtClean="0"/>
              <a:t>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12" y="1331674"/>
            <a:ext cx="2314575" cy="1714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583" y="4525810"/>
            <a:ext cx="2336104" cy="1714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799" y="1331674"/>
            <a:ext cx="2325667" cy="1714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393" y="1331675"/>
            <a:ext cx="2971800" cy="1714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799" y="4522678"/>
            <a:ext cx="2325667" cy="1714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9393" y="4522678"/>
            <a:ext cx="32956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3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045824" cy="68500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3</a:t>
            </a:r>
            <a:r>
              <a:rPr lang="en-US" sz="2400" dirty="0" smtClean="0"/>
              <a:t>. </a:t>
            </a:r>
            <a:r>
              <a:rPr lang="en-US" sz="2400" u="sng" dirty="0" smtClean="0"/>
              <a:t>Box gutters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 smtClean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4. </a:t>
            </a:r>
            <a:r>
              <a:rPr lang="en-US" sz="2400" u="sng" dirty="0" smtClean="0"/>
              <a:t>Flat roof </a:t>
            </a:r>
            <a:endParaRPr lang="en-US" sz="2400" u="sng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2400" u="sng" dirty="0" smtClean="0"/>
          </a:p>
          <a:p>
            <a:pPr marL="0" indent="0">
              <a:buNone/>
            </a:pPr>
            <a:endParaRPr lang="en-US" sz="2400" u="sng" dirty="0"/>
          </a:p>
          <a:p>
            <a:pPr marL="0" indent="0">
              <a:buNone/>
            </a:pPr>
            <a:r>
              <a:rPr lang="en-US" sz="2400" u="sng" dirty="0" smtClean="0"/>
              <a:t>Materials of waterproofing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000" dirty="0" smtClean="0"/>
              <a:t>1. Cementitious waterproofing.</a:t>
            </a:r>
          </a:p>
          <a:p>
            <a:pPr marL="0" indent="0">
              <a:buNone/>
            </a:pPr>
            <a:r>
              <a:rPr lang="en-US" sz="2000" dirty="0" smtClean="0"/>
              <a:t>2. Liquid waterproofing membrane.</a:t>
            </a:r>
          </a:p>
          <a:p>
            <a:pPr marL="0" indent="0">
              <a:buNone/>
            </a:pPr>
            <a:r>
              <a:rPr lang="en-US" sz="2000" dirty="0" smtClean="0"/>
              <a:t>3. Bituminous membrane waterproofing.</a:t>
            </a:r>
          </a:p>
          <a:p>
            <a:pPr marL="0" indent="0">
              <a:buNone/>
            </a:pPr>
            <a:r>
              <a:rPr lang="en-US" sz="2000" dirty="0" smtClean="0"/>
              <a:t>4. Polyurethane liquid membrane.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90" y="638415"/>
            <a:ext cx="2809875" cy="14784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655" y="638415"/>
            <a:ext cx="2506510" cy="14784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5056" y="638415"/>
            <a:ext cx="2419350" cy="14784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775" y="2772949"/>
            <a:ext cx="2828925" cy="1714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655" y="2772949"/>
            <a:ext cx="2506510" cy="1714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056" y="2772949"/>
            <a:ext cx="24193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88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 smtClean="0"/>
              <a:t>Types of waterproofing methods</a:t>
            </a:r>
          </a:p>
          <a:p>
            <a:pPr marL="0" indent="0">
              <a:buNone/>
            </a:pPr>
            <a:r>
              <a:rPr lang="en-US" sz="2400" dirty="0" smtClean="0"/>
              <a:t>1.</a:t>
            </a:r>
            <a:r>
              <a:rPr lang="en-US" sz="2400" u="sng" dirty="0" smtClean="0"/>
              <a:t>Sealers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2. </a:t>
            </a:r>
            <a:r>
              <a:rPr lang="en-US" sz="2400" u="sng" dirty="0" smtClean="0"/>
              <a:t>Epoxies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3. </a:t>
            </a:r>
            <a:r>
              <a:rPr lang="en-US" sz="2400" u="sng" dirty="0" smtClean="0"/>
              <a:t>Membrane</a:t>
            </a:r>
            <a:endParaRPr lang="en-US" sz="2400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99" y="1062316"/>
            <a:ext cx="2771775" cy="15618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73" y="5055817"/>
            <a:ext cx="2771775" cy="1714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673" y="3140489"/>
            <a:ext cx="2781301" cy="150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5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Causes of roof leakages in concrete tiles and corrugated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000" dirty="0" smtClean="0"/>
              <a:t>1. Age</a:t>
            </a:r>
          </a:p>
          <a:p>
            <a:pPr marL="0" indent="0">
              <a:buNone/>
            </a:pPr>
            <a:r>
              <a:rPr lang="en-US" sz="2000" dirty="0" smtClean="0"/>
              <a:t>2. Damaged or poorly installed flashing.</a:t>
            </a:r>
          </a:p>
          <a:p>
            <a:pPr marL="0" indent="0">
              <a:buNone/>
            </a:pPr>
            <a:r>
              <a:rPr lang="en-US" sz="2000" dirty="0" smtClean="0"/>
              <a:t>3. Broken or missing tiles or slates.</a:t>
            </a:r>
          </a:p>
          <a:p>
            <a:pPr marL="0" indent="0">
              <a:buNone/>
            </a:pPr>
            <a:r>
              <a:rPr lang="en-US" sz="2000" dirty="0" smtClean="0"/>
              <a:t>4. Damaged roof membrane or underlay.</a:t>
            </a:r>
          </a:p>
          <a:p>
            <a:pPr marL="0" indent="0">
              <a:buNone/>
            </a:pPr>
            <a:r>
              <a:rPr lang="en-US" sz="2000" dirty="0" smtClean="0"/>
              <a:t>5. Using wrong roof materials.</a:t>
            </a:r>
          </a:p>
          <a:p>
            <a:pPr marL="0" indent="0">
              <a:buNone/>
            </a:pPr>
            <a:r>
              <a:rPr lang="en-US" sz="2000" dirty="0" smtClean="0"/>
              <a:t>6. Poorly fixing.</a:t>
            </a:r>
          </a:p>
          <a:p>
            <a:pPr marL="0" indent="0">
              <a:buNone/>
            </a:pPr>
            <a:r>
              <a:rPr lang="en-US" sz="2000" dirty="0" smtClean="0"/>
              <a:t>7. Condensation in loft space.</a:t>
            </a:r>
          </a:p>
          <a:p>
            <a:pPr marL="0" indent="0">
              <a:buNone/>
            </a:pPr>
            <a:r>
              <a:rPr lang="en-US" sz="2000" dirty="0" smtClean="0"/>
              <a:t>8. Poorly installed skylights or roof windows.</a:t>
            </a:r>
          </a:p>
          <a:p>
            <a:pPr marL="0" indent="0">
              <a:buNone/>
            </a:pPr>
            <a:r>
              <a:rPr lang="en-US" sz="2400" u="sng" dirty="0" smtClean="0"/>
              <a:t>Repair of roof leakage</a:t>
            </a:r>
          </a:p>
          <a:p>
            <a:pPr marL="0" indent="0">
              <a:buNone/>
            </a:pPr>
            <a:r>
              <a:rPr lang="en-US" sz="2400" u="sng" dirty="0" smtClean="0"/>
              <a:t>Video</a:t>
            </a:r>
          </a:p>
          <a:p>
            <a:pPr marL="0" indent="0">
              <a:buNone/>
            </a:pPr>
            <a:r>
              <a:rPr lang="en-US" sz="2400" dirty="0" smtClean="0"/>
              <a:t>-</a:t>
            </a:r>
          </a:p>
          <a:p>
            <a:pPr marL="0" indent="0">
              <a:buNone/>
            </a:pPr>
            <a:r>
              <a:rPr lang="en-US" sz="2400" dirty="0" smtClean="0"/>
              <a:t>Feedback : Activity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8279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579585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: Maintenance						</a:t>
            </a:r>
            <a:r>
              <a:rPr lang="en-US" sz="2700" smtClean="0"/>
              <a:t>        Marks : </a:t>
            </a:r>
            <a:r>
              <a:rPr lang="en-US" sz="2700" dirty="0" smtClean="0"/>
              <a:t>10</a:t>
            </a:r>
            <a:br>
              <a:rPr lang="en-US" sz="2700" dirty="0" smtClean="0"/>
            </a:br>
            <a:r>
              <a:rPr lang="en-US" sz="2700" dirty="0" smtClean="0"/>
              <a:t>Grade	   : Year 2 						             Time  :  30mins</a:t>
            </a:r>
            <a:br>
              <a:rPr lang="en-US" sz="2700" dirty="0" smtClean="0"/>
            </a:br>
            <a:r>
              <a:rPr lang="en-US" sz="2700" smtClean="0"/>
              <a:t>Date    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0" indent="0">
              <a:buNone/>
            </a:pPr>
            <a:r>
              <a:rPr lang="en-US" sz="2400" dirty="0" smtClean="0"/>
              <a:t>1.Name </a:t>
            </a:r>
            <a:r>
              <a:rPr lang="en-US" sz="2400" dirty="0" smtClean="0"/>
              <a:t>the following hand tools that are used in waterproofing, painting                     and glazing.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5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62630"/>
            <a:ext cx="12192000" cy="6920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Question:2</a:t>
            </a:r>
            <a:endParaRPr lang="en-US" sz="2400" u="sng" dirty="0" smtClean="0"/>
          </a:p>
          <a:p>
            <a:pPr marL="0" indent="0">
              <a:buNone/>
            </a:pPr>
            <a:r>
              <a:rPr lang="en-US" sz="2400" dirty="0" smtClean="0"/>
              <a:t>1.Name six causes of roof leakages.</a:t>
            </a:r>
          </a:p>
          <a:p>
            <a:pPr marL="0" indent="0">
              <a:buNone/>
            </a:pPr>
            <a:r>
              <a:rPr lang="en-US" sz="2400" dirty="0" smtClean="0"/>
              <a:t>1.1 ____________________________________</a:t>
            </a:r>
          </a:p>
          <a:p>
            <a:pPr marL="0" indent="0">
              <a:buNone/>
            </a:pPr>
            <a:r>
              <a:rPr lang="en-US" sz="2400" dirty="0" smtClean="0"/>
              <a:t>1.2 ____________________________________</a:t>
            </a:r>
          </a:p>
          <a:p>
            <a:pPr marL="0" indent="0">
              <a:buNone/>
            </a:pPr>
            <a:r>
              <a:rPr lang="en-US" sz="2400" dirty="0" smtClean="0"/>
              <a:t>1.3 ____________________________________</a:t>
            </a:r>
          </a:p>
          <a:p>
            <a:pPr marL="0" indent="0">
              <a:buNone/>
            </a:pPr>
            <a:r>
              <a:rPr lang="en-US" sz="2400" dirty="0" smtClean="0"/>
              <a:t>1.4 ____________________________________</a:t>
            </a:r>
          </a:p>
          <a:p>
            <a:pPr marL="0" indent="0">
              <a:buNone/>
            </a:pPr>
            <a:r>
              <a:rPr lang="en-US" sz="2400" dirty="0" smtClean="0"/>
              <a:t>1.5 ____________________________________</a:t>
            </a:r>
          </a:p>
          <a:p>
            <a:pPr marL="0" indent="0">
              <a:buNone/>
            </a:pPr>
            <a:r>
              <a:rPr lang="en-US" sz="2400" dirty="0" smtClean="0"/>
              <a:t>1.6 ____________________________________</a:t>
            </a:r>
          </a:p>
          <a:p>
            <a:pPr marL="0" indent="0">
              <a:buNone/>
            </a:pPr>
            <a:r>
              <a:rPr lang="en-US" sz="2400" smtClean="0"/>
              <a:t>																	(</a:t>
            </a:r>
            <a:r>
              <a:rPr lang="en-US" sz="2400" dirty="0" smtClean="0"/>
              <a:t>10)</a:t>
            </a: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64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617</TotalTime>
  <Words>205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Waterproofing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Kwa Thema Skills School Subject  : Maintenance              Marks : 10 Grade    : Year 2                    Time  :  30mins Date      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103</cp:revision>
  <cp:lastPrinted>2022-08-31T07:15:48Z</cp:lastPrinted>
  <dcterms:created xsi:type="dcterms:W3CDTF">2022-08-25T11:18:17Z</dcterms:created>
  <dcterms:modified xsi:type="dcterms:W3CDTF">2024-04-22T10:20:01Z</dcterms:modified>
</cp:coreProperties>
</file>