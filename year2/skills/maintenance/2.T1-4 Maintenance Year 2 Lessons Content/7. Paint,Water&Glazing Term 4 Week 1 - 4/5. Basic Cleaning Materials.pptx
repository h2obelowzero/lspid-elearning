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2" r:id="rId3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06" autoAdjust="0"/>
    <p:restoredTop sz="94660"/>
  </p:normalViewPr>
  <p:slideViewPr>
    <p:cSldViewPr snapToGrid="0">
      <p:cViewPr varScale="1">
        <p:scale>
          <a:sx n="86" d="100"/>
          <a:sy n="86" d="100"/>
        </p:scale>
        <p:origin x="1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245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750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384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761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02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383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858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993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596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81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9500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28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748141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2401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244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300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131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2" y="236336"/>
            <a:ext cx="11256134" cy="845489"/>
          </a:xfrm>
        </p:spPr>
        <p:txBody>
          <a:bodyPr>
            <a:normAutofit/>
          </a:bodyPr>
          <a:lstStyle/>
          <a:p>
            <a:r>
              <a:rPr lang="en-US" sz="4800" b="1" u="sng" dirty="0" smtClean="0"/>
              <a:t>Materials</a:t>
            </a:r>
            <a:endParaRPr lang="en-US" sz="48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081825"/>
            <a:ext cx="11198224" cy="57761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dirty="0" smtClean="0"/>
              <a:t>1. </a:t>
            </a:r>
            <a:r>
              <a:rPr lang="en-US" sz="2800" u="sng" dirty="0" smtClean="0"/>
              <a:t>Paraffin</a:t>
            </a:r>
          </a:p>
          <a:p>
            <a:pPr marL="514350" indent="-514350">
              <a:buAutoNum type="arabicPeriod"/>
            </a:pPr>
            <a:endParaRPr lang="en-US" sz="2800" u="sng" dirty="0"/>
          </a:p>
          <a:p>
            <a:pPr marL="0" indent="0">
              <a:buNone/>
            </a:pPr>
            <a:endParaRPr lang="en-US" sz="2600" u="sng" dirty="0"/>
          </a:p>
          <a:p>
            <a:pPr marL="0" indent="0">
              <a:buNone/>
            </a:pPr>
            <a:endParaRPr lang="en-US" sz="2600" u="sng" dirty="0" smtClean="0"/>
          </a:p>
          <a:p>
            <a:pPr marL="0" indent="0">
              <a:buNone/>
            </a:pPr>
            <a:endParaRPr lang="en-US" sz="2600" dirty="0" smtClean="0"/>
          </a:p>
          <a:p>
            <a:pPr marL="0" indent="0">
              <a:buNone/>
            </a:pPr>
            <a:endParaRPr lang="en-US" sz="2600" dirty="0" smtClean="0"/>
          </a:p>
          <a:p>
            <a:pPr marL="0" indent="0">
              <a:buNone/>
            </a:pPr>
            <a:r>
              <a:rPr lang="en-US" sz="2800" dirty="0" smtClean="0"/>
              <a:t>2. </a:t>
            </a:r>
            <a:r>
              <a:rPr lang="en-US" sz="2800" u="sng" dirty="0" smtClean="0"/>
              <a:t>Turpentine</a:t>
            </a:r>
          </a:p>
          <a:p>
            <a:pPr marL="0" indent="0">
              <a:buNone/>
            </a:pPr>
            <a:endParaRPr lang="en-US" sz="2600" u="sng" dirty="0"/>
          </a:p>
          <a:p>
            <a:pPr marL="0" indent="0">
              <a:buNone/>
            </a:pPr>
            <a:endParaRPr lang="en-US" sz="2600" u="sng" dirty="0" smtClean="0"/>
          </a:p>
          <a:p>
            <a:pPr marL="0" indent="0">
              <a:buNone/>
            </a:pPr>
            <a:endParaRPr lang="en-US" sz="2600" u="sng" dirty="0" smtClean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 smtClean="0"/>
          </a:p>
          <a:p>
            <a:pPr>
              <a:buFontTx/>
              <a:buChar char="-"/>
            </a:pPr>
            <a:endParaRPr lang="en-US" sz="2600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476" y="1590805"/>
            <a:ext cx="1862544" cy="18625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95" y="4399049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4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7937"/>
            <a:ext cx="11020424" cy="70504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3. </a:t>
            </a:r>
            <a:r>
              <a:rPr lang="en-US" sz="2400" u="sng" dirty="0" smtClean="0"/>
              <a:t>Thinners</a:t>
            </a:r>
          </a:p>
          <a:p>
            <a:pPr>
              <a:buFontTx/>
              <a:buChar char="-"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                                 </a:t>
            </a: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4</a:t>
            </a:r>
            <a:r>
              <a:rPr lang="en-US" sz="2400" dirty="0" smtClean="0"/>
              <a:t>.</a:t>
            </a:r>
            <a:r>
              <a:rPr lang="en-US" sz="2400" u="sng" dirty="0"/>
              <a:t> </a:t>
            </a:r>
            <a:r>
              <a:rPr lang="en-US" sz="2400" u="sng" dirty="0" smtClean="0"/>
              <a:t>Sandpapers</a:t>
            </a:r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r>
              <a:rPr lang="en-US" sz="2000" u="sng" dirty="0" smtClean="0"/>
              <a:t>                     </a:t>
            </a:r>
          </a:p>
          <a:p>
            <a:pPr marL="0" indent="0">
              <a:buNone/>
            </a:pPr>
            <a:endParaRPr lang="en-US" sz="2000" dirty="0" smtClean="0"/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18" descr="Isithombe se-MAKITA MT | Jig Saw 450W Top Handle | M4301B | SHOP SOILED PACKAGI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20" descr="Isithombe se-MAKITA MT | Jig Saw 450W Top Handle | M4301B | SHOP SOILED PACKAGI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AutoShape 22" descr="Isithombe se-MAKITA MT | Jig Saw 450W Top Handle | M4301B | SHOP SOILED PACKAGI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454" y="617538"/>
            <a:ext cx="1873608" cy="187360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454" y="3881637"/>
            <a:ext cx="1991664" cy="143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6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755</TotalTime>
  <Words>17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Trebuchet MS</vt:lpstr>
      <vt:lpstr>Wingdings 3</vt:lpstr>
      <vt:lpstr>Facet</vt:lpstr>
      <vt:lpstr>Materials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122</cp:revision>
  <cp:lastPrinted>2022-08-31T08:47:15Z</cp:lastPrinted>
  <dcterms:created xsi:type="dcterms:W3CDTF">2022-08-25T11:18:17Z</dcterms:created>
  <dcterms:modified xsi:type="dcterms:W3CDTF">2024-04-15T07:57:06Z</dcterms:modified>
</cp:coreProperties>
</file>