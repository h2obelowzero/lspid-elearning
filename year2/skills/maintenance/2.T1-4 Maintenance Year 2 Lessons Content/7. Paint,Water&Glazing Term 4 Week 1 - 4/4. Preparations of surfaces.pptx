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0" r:id="rId2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5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8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9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10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6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7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2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9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70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47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7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3284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74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7724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52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57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9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9/29/2022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9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400"/>
          </a:xfrm>
        </p:spPr>
        <p:txBody>
          <a:bodyPr>
            <a:normAutofit fontScale="90000"/>
          </a:bodyPr>
          <a:lstStyle/>
          <a:p>
            <a:r>
              <a:rPr lang="en-US" sz="3100" b="1" u="sng" dirty="0" smtClean="0"/>
              <a:t>Reasons</a:t>
            </a:r>
            <a:r>
              <a:rPr lang="en-US" b="1" u="sng" dirty="0" smtClean="0"/>
              <a:t> </a:t>
            </a:r>
            <a:r>
              <a:rPr lang="en-US" b="1" u="sng" dirty="0"/>
              <a:t>for proper preparation of surfaces before work begins.</a:t>
            </a:r>
            <a:br>
              <a:rPr lang="en-US" b="1" u="sn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1666"/>
            <a:ext cx="12092359" cy="59435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Waterproofing							Painting							    Glazing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1. Surface </a:t>
            </a:r>
            <a:r>
              <a:rPr lang="en-US" u="sng" dirty="0" smtClean="0"/>
              <a:t>condition </a:t>
            </a:r>
            <a:r>
              <a:rPr lang="en-US" dirty="0" smtClean="0"/>
              <a:t>assessment.</a:t>
            </a:r>
          </a:p>
          <a:p>
            <a:pPr marL="0" indent="0">
              <a:buNone/>
            </a:pPr>
            <a:r>
              <a:rPr lang="en-US" dirty="0" smtClean="0"/>
              <a:t>2. Removal of old </a:t>
            </a:r>
            <a:r>
              <a:rPr lang="en-US" u="sng" dirty="0" smtClean="0"/>
              <a:t>waterproofing</a:t>
            </a:r>
            <a:r>
              <a:rPr lang="en-US" dirty="0" smtClean="0"/>
              <a:t>, </a:t>
            </a:r>
            <a:r>
              <a:rPr lang="en-US" u="sng" dirty="0" smtClean="0"/>
              <a:t>coating</a:t>
            </a:r>
            <a:r>
              <a:rPr lang="en-US" dirty="0" smtClean="0"/>
              <a:t> and </a:t>
            </a:r>
            <a:r>
              <a:rPr lang="en-US" u="sng" dirty="0" smtClean="0"/>
              <a:t>window sealing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3. Remove </a:t>
            </a:r>
            <a:r>
              <a:rPr lang="en-US" u="sng" dirty="0" smtClean="0"/>
              <a:t>oils</a:t>
            </a:r>
            <a:r>
              <a:rPr lang="en-US" dirty="0" smtClean="0"/>
              <a:t>, </a:t>
            </a:r>
            <a:r>
              <a:rPr lang="en-US" u="sng" dirty="0" smtClean="0"/>
              <a:t>chlorides</a:t>
            </a:r>
            <a:r>
              <a:rPr lang="en-US" dirty="0" smtClean="0"/>
              <a:t> and other </a:t>
            </a:r>
            <a:r>
              <a:rPr lang="en-US" u="sng" dirty="0" smtClean="0"/>
              <a:t>contaminants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4. Remove loose </a:t>
            </a:r>
            <a:r>
              <a:rPr lang="en-US" u="sng" dirty="0" smtClean="0"/>
              <a:t>parts</a:t>
            </a:r>
            <a:r>
              <a:rPr lang="en-US" dirty="0" smtClean="0"/>
              <a:t> of the surface.</a:t>
            </a:r>
          </a:p>
          <a:p>
            <a:pPr marL="0" indent="0">
              <a:buNone/>
            </a:pPr>
            <a:r>
              <a:rPr lang="en-US" dirty="0" smtClean="0"/>
              <a:t>5. </a:t>
            </a:r>
            <a:r>
              <a:rPr lang="en-US" u="sng" dirty="0" smtClean="0"/>
              <a:t>Profile</a:t>
            </a:r>
            <a:r>
              <a:rPr lang="en-US" dirty="0" smtClean="0"/>
              <a:t> the surface.</a:t>
            </a:r>
          </a:p>
          <a:p>
            <a:pPr marL="0" indent="0">
              <a:buNone/>
            </a:pPr>
            <a:r>
              <a:rPr lang="en-US" dirty="0" smtClean="0"/>
              <a:t>6. </a:t>
            </a:r>
            <a:r>
              <a:rPr lang="en-US" u="sng" dirty="0" smtClean="0"/>
              <a:t>Dry</a:t>
            </a:r>
            <a:r>
              <a:rPr lang="en-US" dirty="0" smtClean="0"/>
              <a:t> the surface.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102" y="824076"/>
            <a:ext cx="3178154" cy="21848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55" y="824077"/>
            <a:ext cx="3283186" cy="21848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444" y="914400"/>
            <a:ext cx="3452855" cy="209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9872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713</TotalTime>
  <Words>12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Reasons for proper preparation of surfaces before work begins.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107</cp:revision>
  <cp:lastPrinted>2022-08-31T07:33:58Z</cp:lastPrinted>
  <dcterms:created xsi:type="dcterms:W3CDTF">2022-08-25T11:18:17Z</dcterms:created>
  <dcterms:modified xsi:type="dcterms:W3CDTF">2022-09-29T07:21:24Z</dcterms:modified>
</cp:coreProperties>
</file>