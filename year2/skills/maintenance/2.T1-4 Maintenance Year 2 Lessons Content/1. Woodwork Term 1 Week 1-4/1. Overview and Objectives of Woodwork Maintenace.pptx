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77" r:id="rId1"/>
  </p:sldMasterIdLst>
  <p:sldIdLst>
    <p:sldId id="275" r:id="rId2"/>
    <p:sldId id="271" r:id="rId3"/>
    <p:sldId id="273" r:id="rId4"/>
  </p:sldIdLst>
  <p:sldSz cx="9144000" cy="6858000" type="screen4x3"/>
  <p:notesSz cx="6797675" cy="9928225"/>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Mechanical Maintenance" id="{25789C3C-20BE-49D8-B36E-26D9627871CA}">
          <p14:sldIdLst>
            <p14:sldId id="275"/>
          </p14:sldIdLst>
        </p14:section>
        <p14:section name="Untitled Section" id="{D8063E0C-E7AC-4771-9279-1FD315CB2FD2}">
          <p14:sldIdLst>
            <p14:sldId id="271"/>
            <p14:sldId id="273"/>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4706" autoAdjust="0"/>
    <p:restoredTop sz="94660"/>
  </p:normalViewPr>
  <p:slideViewPr>
    <p:cSldViewPr snapToGrid="0">
      <p:cViewPr varScale="1">
        <p:scale>
          <a:sx n="74" d="100"/>
          <a:sy n="74" d="100"/>
        </p:scale>
        <p:origin x="1302" y="90"/>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theme" Target="theme/theme1.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viewProps" Target="viewProps.xml"/><Relationship Id="rId5" Type="http://schemas.openxmlformats.org/officeDocument/2006/relationships/presProps" Target="presProps.xml"/><Relationship Id="rId4" Type="http://schemas.openxmlformats.org/officeDocument/2006/relationships/slide" Target="slides/slide3.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grpSp>
        <p:nvGrpSpPr>
          <p:cNvPr id="7" name="Group 6"/>
          <p:cNvGrpSpPr/>
          <p:nvPr/>
        </p:nvGrpSpPr>
        <p:grpSpPr>
          <a:xfrm>
            <a:off x="-8466" y="-8468"/>
            <a:ext cx="9169804" cy="6874935"/>
            <a:chOff x="-8466" y="-8468"/>
            <a:chExt cx="9169804" cy="6874935"/>
          </a:xfrm>
        </p:grpSpPr>
        <p:cxnSp>
          <p:nvCxnSpPr>
            <p:cNvPr id="17" name="Straight Connector 16"/>
            <p:cNvCxnSpPr/>
            <p:nvPr/>
          </p:nvCxnSpPr>
          <p:spPr>
            <a:xfrm flipV="1">
              <a:off x="5130830" y="4175605"/>
              <a:ext cx="4022475" cy="2682396"/>
            </a:xfrm>
            <a:prstGeom prst="line">
              <a:avLst/>
            </a:prstGeom>
            <a:ln w="9525">
              <a:solidFill>
                <a:schemeClr val="bg1">
                  <a:lumMod val="85000"/>
                </a:schemeClr>
              </a:solidFill>
            </a:ln>
          </p:spPr>
          <p:style>
            <a:lnRef idx="2">
              <a:schemeClr val="accent1"/>
            </a:lnRef>
            <a:fillRef idx="0">
              <a:schemeClr val="accent1"/>
            </a:fillRef>
            <a:effectRef idx="1">
              <a:schemeClr val="accent1"/>
            </a:effectRef>
            <a:fontRef idx="minor">
              <a:schemeClr val="tx1"/>
            </a:fontRef>
          </p:style>
        </p:cxnSp>
        <p:cxnSp>
          <p:nvCxnSpPr>
            <p:cNvPr id="18" name="Straight Connector 17"/>
            <p:cNvCxnSpPr/>
            <p:nvPr/>
          </p:nvCxnSpPr>
          <p:spPr>
            <a:xfrm>
              <a:off x="7042707" y="0"/>
              <a:ext cx="1219200" cy="6858000"/>
            </a:xfrm>
            <a:prstGeom prst="line">
              <a:avLst/>
            </a:prstGeom>
            <a:ln w="9525">
              <a:solidFill>
                <a:schemeClr val="bg1">
                  <a:lumMod val="75000"/>
                </a:schemeClr>
              </a:solidFill>
            </a:ln>
          </p:spPr>
          <p:style>
            <a:lnRef idx="2">
              <a:schemeClr val="accent1"/>
            </a:lnRef>
            <a:fillRef idx="0">
              <a:schemeClr val="accent1"/>
            </a:fillRef>
            <a:effectRef idx="1">
              <a:schemeClr val="accent1"/>
            </a:effectRef>
            <a:fontRef idx="minor">
              <a:schemeClr val="tx1"/>
            </a:fontRef>
          </p:style>
        </p:cxnSp>
        <p:sp>
          <p:nvSpPr>
            <p:cNvPr id="19" name="Freeform 18"/>
            <p:cNvSpPr/>
            <p:nvPr/>
          </p:nvSpPr>
          <p:spPr>
            <a:xfrm>
              <a:off x="6891896" y="1"/>
              <a:ext cx="2269442" cy="6866466"/>
            </a:xfrm>
            <a:custGeom>
              <a:avLst/>
              <a:gdLst/>
              <a:ahLst/>
              <a:cxnLst/>
              <a:rect l="l" t="t" r="r" b="b"/>
              <a:pathLst>
                <a:path w="2269442" h="6866466">
                  <a:moveTo>
                    <a:pt x="2023534" y="0"/>
                  </a:moveTo>
                  <a:lnTo>
                    <a:pt x="0" y="6858000"/>
                  </a:lnTo>
                  <a:lnTo>
                    <a:pt x="2269067" y="6866466"/>
                  </a:lnTo>
                  <a:cubicBezTo>
                    <a:pt x="2271889" y="4580466"/>
                    <a:pt x="2257778" y="2294466"/>
                    <a:pt x="2260600" y="8466"/>
                  </a:cubicBezTo>
                  <a:lnTo>
                    <a:pt x="2023534" y="0"/>
                  </a:lnTo>
                  <a:close/>
                </a:path>
              </a:pathLst>
            </a:custGeom>
            <a:solidFill>
              <a:schemeClr val="accent1">
                <a:alpha val="3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0" name="Freeform 19"/>
            <p:cNvSpPr/>
            <p:nvPr/>
          </p:nvSpPr>
          <p:spPr>
            <a:xfrm>
              <a:off x="7205158" y="-8467"/>
              <a:ext cx="1948147" cy="6866467"/>
            </a:xfrm>
            <a:custGeom>
              <a:avLst/>
              <a:gdLst/>
              <a:ahLst/>
              <a:cxnLst/>
              <a:rect l="l" t="t" r="r" b="b"/>
              <a:pathLst>
                <a:path w="1948147" h="6866467">
                  <a:moveTo>
                    <a:pt x="0" y="0"/>
                  </a:moveTo>
                  <a:lnTo>
                    <a:pt x="1202267" y="6866467"/>
                  </a:lnTo>
                  <a:lnTo>
                    <a:pt x="1947333" y="6866467"/>
                  </a:lnTo>
                  <a:cubicBezTo>
                    <a:pt x="1944511" y="4577645"/>
                    <a:pt x="1950155" y="2288822"/>
                    <a:pt x="1947333" y="0"/>
                  </a:cubicBez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1" name="Freeform 20"/>
            <p:cNvSpPr/>
            <p:nvPr/>
          </p:nvSpPr>
          <p:spPr>
            <a:xfrm>
              <a:off x="6637896" y="3920066"/>
              <a:ext cx="2513565" cy="2937933"/>
            </a:xfrm>
            <a:custGeom>
              <a:avLst/>
              <a:gdLst/>
              <a:ahLst/>
              <a:cxnLst/>
              <a:rect l="l" t="t" r="r" b="b"/>
              <a:pathLst>
                <a:path w="3259667" h="3810000">
                  <a:moveTo>
                    <a:pt x="0" y="3810000"/>
                  </a:moveTo>
                  <a:lnTo>
                    <a:pt x="3251200" y="0"/>
                  </a:lnTo>
                  <a:cubicBezTo>
                    <a:pt x="3254022" y="1270000"/>
                    <a:pt x="3256845" y="2540000"/>
                    <a:pt x="3259667" y="3810000"/>
                  </a:cubicBezTo>
                  <a:lnTo>
                    <a:pt x="0" y="3810000"/>
                  </a:lnTo>
                  <a:close/>
                </a:path>
              </a:pathLst>
            </a:custGeom>
            <a:solidFill>
              <a:schemeClr val="accent2">
                <a:alpha val="72000"/>
              </a:schemeClr>
            </a:solidFill>
            <a:ln>
              <a:noFill/>
            </a:ln>
            <a:effectLst/>
          </p:spPr>
          <p:style>
            <a:lnRef idx="1">
              <a:schemeClr val="accent1"/>
            </a:lnRef>
            <a:fillRef idx="3">
              <a:schemeClr val="accent1"/>
            </a:fillRef>
            <a:effectRef idx="2">
              <a:schemeClr val="accent1"/>
            </a:effectRef>
            <a:fontRef idx="minor">
              <a:schemeClr val="lt1"/>
            </a:fontRef>
          </p:style>
        </p:sp>
        <p:sp>
          <p:nvSpPr>
            <p:cNvPr id="22" name="Freeform 21"/>
            <p:cNvSpPr/>
            <p:nvPr/>
          </p:nvSpPr>
          <p:spPr>
            <a:xfrm>
              <a:off x="7010429" y="-8467"/>
              <a:ext cx="2142876" cy="6866467"/>
            </a:xfrm>
            <a:custGeom>
              <a:avLst/>
              <a:gdLst/>
              <a:ahLst/>
              <a:cxnLst/>
              <a:rect l="l" t="t" r="r" b="b"/>
              <a:pathLst>
                <a:path w="2853267" h="6866467">
                  <a:moveTo>
                    <a:pt x="0" y="0"/>
                  </a:moveTo>
                  <a:lnTo>
                    <a:pt x="2472267" y="6866467"/>
                  </a:lnTo>
                  <a:lnTo>
                    <a:pt x="2853267" y="6858000"/>
                  </a:lnTo>
                  <a:lnTo>
                    <a:pt x="2853267" y="0"/>
                  </a:lnTo>
                  <a:lnTo>
                    <a:pt x="0" y="0"/>
                  </a:lnTo>
                  <a:close/>
                </a:path>
              </a:pathLst>
            </a:custGeom>
            <a:solidFill>
              <a:schemeClr val="accent2">
                <a:lumMod val="75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3" name="Freeform 22"/>
            <p:cNvSpPr/>
            <p:nvPr/>
          </p:nvSpPr>
          <p:spPr>
            <a:xfrm>
              <a:off x="8295776" y="-8467"/>
              <a:ext cx="857530" cy="6866467"/>
            </a:xfrm>
            <a:custGeom>
              <a:avLst/>
              <a:gdLst/>
              <a:ahLst/>
              <a:cxnLst/>
              <a:rect l="l" t="t" r="r" b="b"/>
              <a:pathLst>
                <a:path w="1286933" h="6866467">
                  <a:moveTo>
                    <a:pt x="1016000" y="0"/>
                  </a:moveTo>
                  <a:lnTo>
                    <a:pt x="0" y="6866467"/>
                  </a:lnTo>
                  <a:lnTo>
                    <a:pt x="1286933" y="6866467"/>
                  </a:lnTo>
                  <a:cubicBezTo>
                    <a:pt x="1284111" y="4577645"/>
                    <a:pt x="1281288" y="2288822"/>
                    <a:pt x="1278466" y="0"/>
                  </a:cubicBezTo>
                  <a:lnTo>
                    <a:pt x="1016000" y="0"/>
                  </a:lnTo>
                  <a:close/>
                </a:path>
              </a:pathLst>
            </a:custGeom>
            <a:solidFill>
              <a:schemeClr val="accent1">
                <a:lumMod val="60000"/>
                <a:lumOff val="40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4" name="Freeform 23"/>
            <p:cNvSpPr/>
            <p:nvPr/>
          </p:nvSpPr>
          <p:spPr>
            <a:xfrm>
              <a:off x="8077231" y="-8468"/>
              <a:ext cx="1066770" cy="6866467"/>
            </a:xfrm>
            <a:custGeom>
              <a:avLst/>
              <a:gdLst/>
              <a:ahLst/>
              <a:cxnLst/>
              <a:rect l="l" t="t" r="r" b="b"/>
              <a:pathLst>
                <a:path w="1270244" h="6866467">
                  <a:moveTo>
                    <a:pt x="0" y="0"/>
                  </a:moveTo>
                  <a:lnTo>
                    <a:pt x="1117600" y="6866467"/>
                  </a:lnTo>
                  <a:lnTo>
                    <a:pt x="1270000" y="6866467"/>
                  </a:lnTo>
                  <a:cubicBezTo>
                    <a:pt x="1272822" y="4574822"/>
                    <a:pt x="1250245" y="2291645"/>
                    <a:pt x="1253067" y="0"/>
                  </a:cubicBezTo>
                  <a:lnTo>
                    <a:pt x="0" y="0"/>
                  </a:lnTo>
                  <a:close/>
                </a:path>
              </a:pathLst>
            </a:custGeom>
            <a:solidFill>
              <a:schemeClr val="accent1">
                <a:alpha val="65000"/>
              </a:schemeClr>
            </a:solidFill>
            <a:ln>
              <a:noFill/>
            </a:ln>
            <a:effectLst/>
          </p:spPr>
          <p:style>
            <a:lnRef idx="1">
              <a:schemeClr val="accent1"/>
            </a:lnRef>
            <a:fillRef idx="3">
              <a:schemeClr val="accent1"/>
            </a:fillRef>
            <a:effectRef idx="2">
              <a:schemeClr val="accent1"/>
            </a:effectRef>
            <a:fontRef idx="minor">
              <a:schemeClr val="lt1"/>
            </a:fontRef>
          </p:style>
        </p:sp>
        <p:sp>
          <p:nvSpPr>
            <p:cNvPr id="25" name="Freeform 24"/>
            <p:cNvSpPr/>
            <p:nvPr/>
          </p:nvSpPr>
          <p:spPr>
            <a:xfrm>
              <a:off x="8060297" y="4893733"/>
              <a:ext cx="1094086" cy="1964267"/>
            </a:xfrm>
            <a:custGeom>
              <a:avLst/>
              <a:gdLst/>
              <a:ahLst/>
              <a:cxnLst/>
              <a:rect l="l" t="t" r="r" b="b"/>
              <a:pathLst>
                <a:path w="1820333" h="3268133">
                  <a:moveTo>
                    <a:pt x="0" y="3268133"/>
                  </a:moveTo>
                  <a:lnTo>
                    <a:pt x="1811866" y="0"/>
                  </a:lnTo>
                  <a:cubicBezTo>
                    <a:pt x="1814688" y="1086555"/>
                    <a:pt x="1817511" y="2173111"/>
                    <a:pt x="1820333" y="3259666"/>
                  </a:cubicBezTo>
                  <a:lnTo>
                    <a:pt x="0" y="3268133"/>
                  </a:lnTo>
                  <a:close/>
                </a:path>
              </a:pathLst>
            </a:custGeom>
            <a:solidFill>
              <a:schemeClr val="accent1">
                <a:alpha val="8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8" name="Freeform 27"/>
            <p:cNvSpPr/>
            <p:nvPr/>
          </p:nvSpPr>
          <p:spPr>
            <a:xfrm>
              <a:off x="-8466" y="-8468"/>
              <a:ext cx="863600" cy="5698067"/>
            </a:xfrm>
            <a:custGeom>
              <a:avLst/>
              <a:gdLst/>
              <a:ahLst/>
              <a:cxnLst/>
              <a:rect l="l" t="t" r="r" b="b"/>
              <a:pathLst>
                <a:path w="863600" h="5698067">
                  <a:moveTo>
                    <a:pt x="0" y="8467"/>
                  </a:moveTo>
                  <a:lnTo>
                    <a:pt x="863600" y="0"/>
                  </a:lnTo>
                  <a:lnTo>
                    <a:pt x="863600" y="16934"/>
                  </a:lnTo>
                  <a:lnTo>
                    <a:pt x="0" y="5698067"/>
                  </a:lnTo>
                  <a:lnTo>
                    <a:pt x="0" y="8467"/>
                  </a:lnTo>
                  <a:close/>
                </a:path>
              </a:pathLst>
            </a:custGeom>
            <a:solidFill>
              <a:schemeClr val="accent1">
                <a:alpha val="85000"/>
              </a:schemeClr>
            </a:solidFill>
            <a:ln>
              <a:noFill/>
            </a:ln>
            <a:effectLst/>
          </p:spPr>
          <p:style>
            <a:lnRef idx="1">
              <a:schemeClr val="accent1"/>
            </a:lnRef>
            <a:fillRef idx="3">
              <a:schemeClr val="accent1"/>
            </a:fillRef>
            <a:effectRef idx="2">
              <a:schemeClr val="accent1"/>
            </a:effectRef>
            <a:fontRef idx="minor">
              <a:schemeClr val="lt1"/>
            </a:fontRef>
          </p:style>
        </p:sp>
      </p:grpSp>
      <p:sp>
        <p:nvSpPr>
          <p:cNvPr id="2" name="Title 1"/>
          <p:cNvSpPr>
            <a:spLocks noGrp="1"/>
          </p:cNvSpPr>
          <p:nvPr>
            <p:ph type="ctrTitle"/>
          </p:nvPr>
        </p:nvSpPr>
        <p:spPr>
          <a:xfrm>
            <a:off x="1130595" y="2404534"/>
            <a:ext cx="5826719" cy="1646302"/>
          </a:xfrm>
        </p:spPr>
        <p:txBody>
          <a:bodyPr anchor="b">
            <a:noAutofit/>
          </a:bodyPr>
          <a:lstStyle>
            <a:lvl1pPr algn="r">
              <a:defRPr sz="5400">
                <a:solidFill>
                  <a:schemeClr val="accent1"/>
                </a:solidFill>
              </a:defRPr>
            </a:lvl1pPr>
          </a:lstStyle>
          <a:p>
            <a:r>
              <a:rPr lang="en-US" smtClean="0"/>
              <a:t>Click to edit Master title style</a:t>
            </a:r>
            <a:endParaRPr lang="en-US" dirty="0"/>
          </a:p>
        </p:txBody>
      </p:sp>
      <p:sp>
        <p:nvSpPr>
          <p:cNvPr id="3" name="Subtitle 2"/>
          <p:cNvSpPr>
            <a:spLocks noGrp="1"/>
          </p:cNvSpPr>
          <p:nvPr>
            <p:ph type="subTitle" idx="1"/>
          </p:nvPr>
        </p:nvSpPr>
        <p:spPr>
          <a:xfrm>
            <a:off x="1130595" y="4050834"/>
            <a:ext cx="5826719" cy="1096899"/>
          </a:xfrm>
        </p:spPr>
        <p:txBody>
          <a:bodyPr anchor="t"/>
          <a:lstStyle>
            <a:lvl1pPr marL="0" indent="0" algn="r">
              <a:buNone/>
              <a:defRPr>
                <a:solidFill>
                  <a:schemeClr val="tx1">
                    <a:lumMod val="50000"/>
                    <a:lumOff val="50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dirty="0"/>
          </a:p>
        </p:txBody>
      </p:sp>
      <p:sp>
        <p:nvSpPr>
          <p:cNvPr id="4" name="Date Placeholder 3"/>
          <p:cNvSpPr>
            <a:spLocks noGrp="1"/>
          </p:cNvSpPr>
          <p:nvPr>
            <p:ph type="dt" sz="half" idx="10"/>
          </p:nvPr>
        </p:nvSpPr>
        <p:spPr/>
        <p:txBody>
          <a:bodyPr/>
          <a:lstStyle/>
          <a:p>
            <a:fld id="{5B26CB59-8B0F-4B6D-9D62-930C7BAC7892}" type="datetimeFigureOut">
              <a:rPr lang="en-US" smtClean="0"/>
              <a:t>3/5/2024</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0525CBFB-9302-439C-B85F-FCC4E2FFAC59}" type="slidenum">
              <a:rPr lang="en-US" smtClean="0"/>
              <a:t>‹#›</a:t>
            </a:fld>
            <a:endParaRPr lang="en-US" dirty="0"/>
          </a:p>
        </p:txBody>
      </p:sp>
    </p:spTree>
    <p:extLst>
      <p:ext uri="{BB962C8B-B14F-4D97-AF65-F5344CB8AC3E}">
        <p14:creationId xmlns:p14="http://schemas.microsoft.com/office/powerpoint/2010/main" val="399520135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dirty="0"/>
          </a:p>
        </p:txBody>
      </p:sp>
      <p:sp>
        <p:nvSpPr>
          <p:cNvPr id="3" name="Content Placeholder 2"/>
          <p:cNvSpPr>
            <a:spLocks noGrp="1"/>
          </p:cNvSpPr>
          <p:nvPr>
            <p:ph idx="1"/>
          </p:nvPr>
        </p:nvSpPr>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10"/>
          </p:nvPr>
        </p:nvSpPr>
        <p:spPr/>
        <p:txBody>
          <a:bodyPr/>
          <a:lstStyle/>
          <a:p>
            <a:fld id="{5B26CB59-8B0F-4B6D-9D62-930C7BAC7892}" type="datetimeFigureOut">
              <a:rPr lang="en-US" smtClean="0"/>
              <a:t>3/5/2024</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0525CBFB-9302-439C-B85F-FCC4E2FFAC59}" type="slidenum">
              <a:rPr lang="en-US" smtClean="0"/>
              <a:t>‹#›</a:t>
            </a:fld>
            <a:endParaRPr lang="en-US" dirty="0"/>
          </a:p>
        </p:txBody>
      </p:sp>
    </p:spTree>
    <p:extLst>
      <p:ext uri="{BB962C8B-B14F-4D97-AF65-F5344CB8AC3E}">
        <p14:creationId xmlns:p14="http://schemas.microsoft.com/office/powerpoint/2010/main" val="83539709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609598" y="2700868"/>
            <a:ext cx="6347715" cy="1826581"/>
          </a:xfrm>
        </p:spPr>
        <p:txBody>
          <a:bodyPr anchor="b"/>
          <a:lstStyle>
            <a:lvl1pPr algn="l">
              <a:defRPr sz="4000" b="0" cap="none"/>
            </a:lvl1pPr>
          </a:lstStyle>
          <a:p>
            <a:r>
              <a:rPr lang="en-US" smtClean="0"/>
              <a:t>Click to edit Master title style</a:t>
            </a:r>
            <a:endParaRPr lang="en-US" dirty="0"/>
          </a:p>
        </p:txBody>
      </p:sp>
      <p:sp>
        <p:nvSpPr>
          <p:cNvPr id="3" name="Text Placeholder 2"/>
          <p:cNvSpPr>
            <a:spLocks noGrp="1"/>
          </p:cNvSpPr>
          <p:nvPr>
            <p:ph type="body" idx="1"/>
          </p:nvPr>
        </p:nvSpPr>
        <p:spPr>
          <a:xfrm>
            <a:off x="609598" y="4527448"/>
            <a:ext cx="6347715" cy="860400"/>
          </a:xfrm>
        </p:spPr>
        <p:txBody>
          <a:bodyPr anchor="t"/>
          <a:lstStyle>
            <a:lvl1pPr marL="0" indent="0" algn="l">
              <a:buNone/>
              <a:defRPr sz="20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Edit Master text styles</a:t>
            </a:r>
          </a:p>
        </p:txBody>
      </p:sp>
      <p:sp>
        <p:nvSpPr>
          <p:cNvPr id="4" name="Date Placeholder 3"/>
          <p:cNvSpPr>
            <a:spLocks noGrp="1"/>
          </p:cNvSpPr>
          <p:nvPr>
            <p:ph type="dt" sz="half" idx="10"/>
          </p:nvPr>
        </p:nvSpPr>
        <p:spPr/>
        <p:txBody>
          <a:bodyPr/>
          <a:lstStyle/>
          <a:p>
            <a:fld id="{5B26CB59-8B0F-4B6D-9D62-930C7BAC7892}" type="datetimeFigureOut">
              <a:rPr lang="en-US" smtClean="0"/>
              <a:t>3/5/2024</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0525CBFB-9302-439C-B85F-FCC4E2FFAC59}" type="slidenum">
              <a:rPr lang="en-US" smtClean="0"/>
              <a:t>‹#›</a:t>
            </a:fld>
            <a:endParaRPr lang="en-US" dirty="0"/>
          </a:p>
        </p:txBody>
      </p:sp>
    </p:spTree>
    <p:extLst>
      <p:ext uri="{BB962C8B-B14F-4D97-AF65-F5344CB8AC3E}">
        <p14:creationId xmlns:p14="http://schemas.microsoft.com/office/powerpoint/2010/main" val="227497403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609600" y="609600"/>
            <a:ext cx="6347714" cy="1320800"/>
          </a:xfrm>
        </p:spPr>
        <p:txBody>
          <a:bodyPr/>
          <a:lstStyle/>
          <a:p>
            <a:r>
              <a:rPr lang="en-US" smtClean="0"/>
              <a:t>Click to edit Master title style</a:t>
            </a:r>
            <a:endParaRPr lang="en-US" dirty="0"/>
          </a:p>
        </p:txBody>
      </p:sp>
      <p:sp>
        <p:nvSpPr>
          <p:cNvPr id="3" name="Content Placeholder 2"/>
          <p:cNvSpPr>
            <a:spLocks noGrp="1"/>
          </p:cNvSpPr>
          <p:nvPr>
            <p:ph sz="half" idx="1"/>
          </p:nvPr>
        </p:nvSpPr>
        <p:spPr>
          <a:xfrm>
            <a:off x="609600" y="2160589"/>
            <a:ext cx="3088109" cy="3880772"/>
          </a:xfrm>
        </p:spPr>
        <p:txBody>
          <a:bodyPr>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Content Placeholder 3"/>
          <p:cNvSpPr>
            <a:spLocks noGrp="1"/>
          </p:cNvSpPr>
          <p:nvPr>
            <p:ph sz="half" idx="2"/>
          </p:nvPr>
        </p:nvSpPr>
        <p:spPr>
          <a:xfrm>
            <a:off x="3869204" y="2160590"/>
            <a:ext cx="3088110" cy="3880773"/>
          </a:xfrm>
        </p:spPr>
        <p:txBody>
          <a:bodyPr>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5" name="Date Placeholder 4"/>
          <p:cNvSpPr>
            <a:spLocks noGrp="1"/>
          </p:cNvSpPr>
          <p:nvPr>
            <p:ph type="dt" sz="half" idx="10"/>
          </p:nvPr>
        </p:nvSpPr>
        <p:spPr/>
        <p:txBody>
          <a:bodyPr/>
          <a:lstStyle/>
          <a:p>
            <a:fld id="{5B26CB59-8B0F-4B6D-9D62-930C7BAC7892}" type="datetimeFigureOut">
              <a:rPr lang="en-US" smtClean="0"/>
              <a:t>3/5/2024</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0525CBFB-9302-439C-B85F-FCC4E2FFAC59}" type="slidenum">
              <a:rPr lang="en-US" smtClean="0"/>
              <a:t>‹#›</a:t>
            </a:fld>
            <a:endParaRPr lang="en-US" dirty="0"/>
          </a:p>
        </p:txBody>
      </p:sp>
    </p:spTree>
    <p:extLst>
      <p:ext uri="{BB962C8B-B14F-4D97-AF65-F5344CB8AC3E}">
        <p14:creationId xmlns:p14="http://schemas.microsoft.com/office/powerpoint/2010/main" val="171588887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609599" y="609600"/>
            <a:ext cx="6347713" cy="1320800"/>
          </a:xfrm>
        </p:spPr>
        <p:txBody>
          <a:bodyPr/>
          <a:lstStyle>
            <a:lvl1pPr>
              <a:defRPr/>
            </a:lvl1pPr>
          </a:lstStyle>
          <a:p>
            <a:r>
              <a:rPr lang="en-US" smtClean="0"/>
              <a:t>Click to edit Master title style</a:t>
            </a:r>
            <a:endParaRPr lang="en-US" dirty="0"/>
          </a:p>
        </p:txBody>
      </p:sp>
      <p:sp>
        <p:nvSpPr>
          <p:cNvPr id="3" name="Text Placeholder 2"/>
          <p:cNvSpPr>
            <a:spLocks noGrp="1"/>
          </p:cNvSpPr>
          <p:nvPr>
            <p:ph type="body" idx="1"/>
          </p:nvPr>
        </p:nvSpPr>
        <p:spPr>
          <a:xfrm>
            <a:off x="609599" y="2160983"/>
            <a:ext cx="3090672"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Edit Master text styles</a:t>
            </a:r>
          </a:p>
        </p:txBody>
      </p:sp>
      <p:sp>
        <p:nvSpPr>
          <p:cNvPr id="4" name="Content Placeholder 3"/>
          <p:cNvSpPr>
            <a:spLocks noGrp="1"/>
          </p:cNvSpPr>
          <p:nvPr>
            <p:ph sz="half" idx="2"/>
          </p:nvPr>
        </p:nvSpPr>
        <p:spPr>
          <a:xfrm>
            <a:off x="609599" y="2737246"/>
            <a:ext cx="3090672" cy="3304117"/>
          </a:xfrm>
        </p:spPr>
        <p:txBody>
          <a:bodyPr>
            <a:normAutofit/>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5" name="Text Placeholder 4"/>
          <p:cNvSpPr>
            <a:spLocks noGrp="1"/>
          </p:cNvSpPr>
          <p:nvPr>
            <p:ph type="body" sz="quarter" idx="3"/>
          </p:nvPr>
        </p:nvSpPr>
        <p:spPr>
          <a:xfrm>
            <a:off x="3866640" y="2160983"/>
            <a:ext cx="3090672"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Edit Master text styles</a:t>
            </a:r>
          </a:p>
        </p:txBody>
      </p:sp>
      <p:sp>
        <p:nvSpPr>
          <p:cNvPr id="6" name="Content Placeholder 5"/>
          <p:cNvSpPr>
            <a:spLocks noGrp="1"/>
          </p:cNvSpPr>
          <p:nvPr>
            <p:ph sz="quarter" idx="4"/>
          </p:nvPr>
        </p:nvSpPr>
        <p:spPr>
          <a:xfrm>
            <a:off x="3866640" y="2737246"/>
            <a:ext cx="3090672" cy="3304117"/>
          </a:xfrm>
        </p:spPr>
        <p:txBody>
          <a:bodyPr>
            <a:normAutofit/>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7" name="Date Placeholder 6"/>
          <p:cNvSpPr>
            <a:spLocks noGrp="1"/>
          </p:cNvSpPr>
          <p:nvPr>
            <p:ph type="dt" sz="half" idx="10"/>
          </p:nvPr>
        </p:nvSpPr>
        <p:spPr/>
        <p:txBody>
          <a:bodyPr/>
          <a:lstStyle/>
          <a:p>
            <a:fld id="{5B26CB59-8B0F-4B6D-9D62-930C7BAC7892}" type="datetimeFigureOut">
              <a:rPr lang="en-US" smtClean="0"/>
              <a:t>3/5/2024</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0525CBFB-9302-439C-B85F-FCC4E2FFAC59}" type="slidenum">
              <a:rPr lang="en-US" smtClean="0"/>
              <a:t>‹#›</a:t>
            </a:fld>
            <a:endParaRPr lang="en-US" dirty="0"/>
          </a:p>
        </p:txBody>
      </p:sp>
    </p:spTree>
    <p:extLst>
      <p:ext uri="{BB962C8B-B14F-4D97-AF65-F5344CB8AC3E}">
        <p14:creationId xmlns:p14="http://schemas.microsoft.com/office/powerpoint/2010/main" val="22809010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609599" y="609600"/>
            <a:ext cx="6347714" cy="1320800"/>
          </a:xfrm>
        </p:spPr>
        <p:txBody>
          <a:bodyPr/>
          <a:lstStyle/>
          <a:p>
            <a:r>
              <a:rPr lang="en-US" smtClean="0"/>
              <a:t>Click to edit Master title style</a:t>
            </a:r>
            <a:endParaRPr lang="en-US" dirty="0"/>
          </a:p>
        </p:txBody>
      </p:sp>
      <p:sp>
        <p:nvSpPr>
          <p:cNvPr id="3" name="Date Placeholder 2"/>
          <p:cNvSpPr>
            <a:spLocks noGrp="1"/>
          </p:cNvSpPr>
          <p:nvPr>
            <p:ph type="dt" sz="half" idx="10"/>
          </p:nvPr>
        </p:nvSpPr>
        <p:spPr/>
        <p:txBody>
          <a:bodyPr/>
          <a:lstStyle/>
          <a:p>
            <a:fld id="{5B26CB59-8B0F-4B6D-9D62-930C7BAC7892}" type="datetimeFigureOut">
              <a:rPr lang="en-US" smtClean="0"/>
              <a:t>3/5/2024</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0525CBFB-9302-439C-B85F-FCC4E2FFAC59}" type="slidenum">
              <a:rPr lang="en-US" smtClean="0"/>
              <a:t>‹#›</a:t>
            </a:fld>
            <a:endParaRPr lang="en-US" dirty="0"/>
          </a:p>
        </p:txBody>
      </p:sp>
    </p:spTree>
    <p:extLst>
      <p:ext uri="{BB962C8B-B14F-4D97-AF65-F5344CB8AC3E}">
        <p14:creationId xmlns:p14="http://schemas.microsoft.com/office/powerpoint/2010/main" val="176070992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26CB59-8B0F-4B6D-9D62-930C7BAC7892}" type="datetimeFigureOut">
              <a:rPr lang="en-US" smtClean="0"/>
              <a:t>3/5/2024</a:t>
            </a:fld>
            <a:endParaRPr lang="en-US" dirty="0"/>
          </a:p>
        </p:txBody>
      </p:sp>
      <p:sp>
        <p:nvSpPr>
          <p:cNvPr id="3" name="Footer Placeholder 2"/>
          <p:cNvSpPr>
            <a:spLocks noGrp="1"/>
          </p:cNvSpPr>
          <p:nvPr>
            <p:ph type="ftr" sz="quarter" idx="11"/>
          </p:nvPr>
        </p:nvSpPr>
        <p:spPr/>
        <p:txBody>
          <a:bodyPr/>
          <a:lstStyle/>
          <a:p>
            <a:endParaRPr lang="en-US" dirty="0"/>
          </a:p>
        </p:txBody>
      </p:sp>
      <p:sp>
        <p:nvSpPr>
          <p:cNvPr id="4" name="Slide Number Placeholder 3"/>
          <p:cNvSpPr>
            <a:spLocks noGrp="1"/>
          </p:cNvSpPr>
          <p:nvPr>
            <p:ph type="sldNum" sz="quarter" idx="12"/>
          </p:nvPr>
        </p:nvSpPr>
        <p:spPr/>
        <p:txBody>
          <a:bodyPr/>
          <a:lstStyle/>
          <a:p>
            <a:fld id="{0525CBFB-9302-439C-B85F-FCC4E2FFAC59}" type="slidenum">
              <a:rPr lang="en-US" smtClean="0"/>
              <a:t>‹#›</a:t>
            </a:fld>
            <a:endParaRPr lang="en-US" dirty="0"/>
          </a:p>
        </p:txBody>
      </p:sp>
    </p:spTree>
    <p:extLst>
      <p:ext uri="{BB962C8B-B14F-4D97-AF65-F5344CB8AC3E}">
        <p14:creationId xmlns:p14="http://schemas.microsoft.com/office/powerpoint/2010/main" val="20615803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09599" y="1498604"/>
            <a:ext cx="2790182" cy="1278466"/>
          </a:xfrm>
        </p:spPr>
        <p:txBody>
          <a:bodyPr anchor="b">
            <a:normAutofit/>
          </a:bodyPr>
          <a:lstStyle>
            <a:lvl1pPr>
              <a:defRPr sz="2000"/>
            </a:lvl1pPr>
          </a:lstStyle>
          <a:p>
            <a:r>
              <a:rPr lang="en-US" smtClean="0"/>
              <a:t>Click to edit Master title style</a:t>
            </a:r>
            <a:endParaRPr lang="en-US" dirty="0"/>
          </a:p>
        </p:txBody>
      </p:sp>
      <p:sp>
        <p:nvSpPr>
          <p:cNvPr id="3" name="Content Placeholder 2"/>
          <p:cNvSpPr>
            <a:spLocks noGrp="1"/>
          </p:cNvSpPr>
          <p:nvPr>
            <p:ph idx="1"/>
          </p:nvPr>
        </p:nvSpPr>
        <p:spPr>
          <a:xfrm>
            <a:off x="3571275" y="514925"/>
            <a:ext cx="3386037" cy="5526437"/>
          </a:xfrm>
        </p:spPr>
        <p:txBody>
          <a:bodyPr>
            <a:normAutofit/>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Text Placeholder 3"/>
          <p:cNvSpPr>
            <a:spLocks noGrp="1"/>
          </p:cNvSpPr>
          <p:nvPr>
            <p:ph type="body" sz="half" idx="2"/>
          </p:nvPr>
        </p:nvSpPr>
        <p:spPr>
          <a:xfrm>
            <a:off x="609599" y="2777069"/>
            <a:ext cx="2790182" cy="2584449"/>
          </a:xfrm>
        </p:spPr>
        <p:txBody>
          <a:bodyPr>
            <a:normAutofit/>
          </a:bodyPr>
          <a:lstStyle>
            <a:lvl1pPr marL="0" indent="0">
              <a:buNone/>
              <a:defRPr sz="14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en-US" smtClean="0"/>
              <a:t>Edit Master text styles</a:t>
            </a:r>
          </a:p>
        </p:txBody>
      </p:sp>
      <p:sp>
        <p:nvSpPr>
          <p:cNvPr id="5" name="Date Placeholder 4"/>
          <p:cNvSpPr>
            <a:spLocks noGrp="1"/>
          </p:cNvSpPr>
          <p:nvPr>
            <p:ph type="dt" sz="half" idx="10"/>
          </p:nvPr>
        </p:nvSpPr>
        <p:spPr/>
        <p:txBody>
          <a:bodyPr/>
          <a:lstStyle/>
          <a:p>
            <a:fld id="{5B26CB59-8B0F-4B6D-9D62-930C7BAC7892}" type="datetimeFigureOut">
              <a:rPr lang="en-US" smtClean="0"/>
              <a:t>3/5/2024</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0525CBFB-9302-439C-B85F-FCC4E2FFAC59}" type="slidenum">
              <a:rPr lang="en-US" smtClean="0"/>
              <a:t>‹#›</a:t>
            </a:fld>
            <a:endParaRPr lang="en-US" dirty="0"/>
          </a:p>
        </p:txBody>
      </p:sp>
    </p:spTree>
    <p:extLst>
      <p:ext uri="{BB962C8B-B14F-4D97-AF65-F5344CB8AC3E}">
        <p14:creationId xmlns:p14="http://schemas.microsoft.com/office/powerpoint/2010/main" val="104999732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09599" y="4800600"/>
            <a:ext cx="6347714" cy="566738"/>
          </a:xfrm>
        </p:spPr>
        <p:txBody>
          <a:bodyPr anchor="b">
            <a:normAutofit/>
          </a:bodyPr>
          <a:lstStyle>
            <a:lvl1pPr algn="l">
              <a:defRPr sz="2400" b="0"/>
            </a:lvl1pPr>
          </a:lstStyle>
          <a:p>
            <a:r>
              <a:rPr lang="en-US" smtClean="0"/>
              <a:t>Click to edit Master title style</a:t>
            </a:r>
            <a:endParaRPr lang="en-US" dirty="0"/>
          </a:p>
        </p:txBody>
      </p:sp>
      <p:sp>
        <p:nvSpPr>
          <p:cNvPr id="3" name="Picture Placeholder 2"/>
          <p:cNvSpPr>
            <a:spLocks noGrp="1" noChangeAspect="1"/>
          </p:cNvSpPr>
          <p:nvPr>
            <p:ph type="pic" idx="1"/>
          </p:nvPr>
        </p:nvSpPr>
        <p:spPr>
          <a:xfrm>
            <a:off x="609599" y="609600"/>
            <a:ext cx="6347714" cy="3845718"/>
          </a:xfrm>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dirty="0" smtClean="0"/>
              <a:t>Click icon to add picture</a:t>
            </a:r>
            <a:endParaRPr lang="en-US" dirty="0"/>
          </a:p>
        </p:txBody>
      </p:sp>
      <p:sp>
        <p:nvSpPr>
          <p:cNvPr id="4" name="Text Placeholder 3"/>
          <p:cNvSpPr>
            <a:spLocks noGrp="1"/>
          </p:cNvSpPr>
          <p:nvPr>
            <p:ph type="body" sz="half" idx="2"/>
          </p:nvPr>
        </p:nvSpPr>
        <p:spPr>
          <a:xfrm>
            <a:off x="609599" y="5367338"/>
            <a:ext cx="6347714" cy="674024"/>
          </a:xfrm>
        </p:spPr>
        <p:txBody>
          <a:bodyPr>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Edit Master text styles</a:t>
            </a:r>
          </a:p>
        </p:txBody>
      </p:sp>
      <p:sp>
        <p:nvSpPr>
          <p:cNvPr id="5" name="Date Placeholder 4"/>
          <p:cNvSpPr>
            <a:spLocks noGrp="1"/>
          </p:cNvSpPr>
          <p:nvPr>
            <p:ph type="dt" sz="half" idx="10"/>
          </p:nvPr>
        </p:nvSpPr>
        <p:spPr/>
        <p:txBody>
          <a:bodyPr/>
          <a:lstStyle/>
          <a:p>
            <a:fld id="{5B26CB59-8B0F-4B6D-9D62-930C7BAC7892}" type="datetimeFigureOut">
              <a:rPr lang="en-US" smtClean="0"/>
              <a:t>3/5/2024</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0525CBFB-9302-439C-B85F-FCC4E2FFAC59}" type="slidenum">
              <a:rPr lang="en-US" smtClean="0"/>
              <a:t>‹#›</a:t>
            </a:fld>
            <a:endParaRPr lang="en-US" dirty="0"/>
          </a:p>
        </p:txBody>
      </p:sp>
    </p:spTree>
    <p:extLst>
      <p:ext uri="{BB962C8B-B14F-4D97-AF65-F5344CB8AC3E}">
        <p14:creationId xmlns:p14="http://schemas.microsoft.com/office/powerpoint/2010/main" val="188573136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609600" y="609600"/>
            <a:ext cx="6347714" cy="3403600"/>
          </a:xfrm>
        </p:spPr>
        <p:txBody>
          <a:bodyPr anchor="ctr">
            <a:normAutofit/>
          </a:bodyPr>
          <a:lstStyle>
            <a:lvl1pPr algn="l">
              <a:defRPr sz="4400" b="0" cap="none"/>
            </a:lvl1pPr>
          </a:lstStyle>
          <a:p>
            <a:r>
              <a:rPr lang="en-US" smtClean="0"/>
              <a:t>Click to edit Master title style</a:t>
            </a:r>
            <a:endParaRPr lang="en-US" dirty="0"/>
          </a:p>
        </p:txBody>
      </p:sp>
      <p:sp>
        <p:nvSpPr>
          <p:cNvPr id="3" name="Text Placeholder 2"/>
          <p:cNvSpPr>
            <a:spLocks noGrp="1"/>
          </p:cNvSpPr>
          <p:nvPr>
            <p:ph type="body" idx="1"/>
          </p:nvPr>
        </p:nvSpPr>
        <p:spPr>
          <a:xfrm>
            <a:off x="609600" y="4470400"/>
            <a:ext cx="6347714" cy="1570962"/>
          </a:xfrm>
        </p:spPr>
        <p:txBody>
          <a:bodyPr anchor="ctr">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Edit Master text styles</a:t>
            </a:r>
          </a:p>
        </p:txBody>
      </p:sp>
      <p:sp>
        <p:nvSpPr>
          <p:cNvPr id="4" name="Date Placeholder 3"/>
          <p:cNvSpPr>
            <a:spLocks noGrp="1"/>
          </p:cNvSpPr>
          <p:nvPr>
            <p:ph type="dt" sz="half" idx="10"/>
          </p:nvPr>
        </p:nvSpPr>
        <p:spPr/>
        <p:txBody>
          <a:bodyPr/>
          <a:lstStyle/>
          <a:p>
            <a:fld id="{5B26CB59-8B0F-4B6D-9D62-930C7BAC7892}" type="datetimeFigureOut">
              <a:rPr lang="en-US" smtClean="0"/>
              <a:t>3/5/2024</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0525CBFB-9302-439C-B85F-FCC4E2FFAC59}" type="slidenum">
              <a:rPr lang="en-US" smtClean="0"/>
              <a:t>‹#›</a:t>
            </a:fld>
            <a:endParaRPr lang="en-US" dirty="0"/>
          </a:p>
        </p:txBody>
      </p:sp>
    </p:spTree>
    <p:extLst>
      <p:ext uri="{BB962C8B-B14F-4D97-AF65-F5344CB8AC3E}">
        <p14:creationId xmlns:p14="http://schemas.microsoft.com/office/powerpoint/2010/main" val="104408573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774885" y="609600"/>
            <a:ext cx="6072182" cy="3022600"/>
          </a:xfrm>
        </p:spPr>
        <p:txBody>
          <a:bodyPr anchor="ctr">
            <a:normAutofit/>
          </a:bodyPr>
          <a:lstStyle>
            <a:lvl1pPr algn="l">
              <a:defRPr sz="4400" b="0" cap="none"/>
            </a:lvl1pPr>
          </a:lstStyle>
          <a:p>
            <a:r>
              <a:rPr lang="en-US" smtClean="0"/>
              <a:t>Click to edit Master title style</a:t>
            </a:r>
            <a:endParaRPr lang="en-US" dirty="0"/>
          </a:p>
        </p:txBody>
      </p:sp>
      <p:sp>
        <p:nvSpPr>
          <p:cNvPr id="23" name="Text Placeholder 9"/>
          <p:cNvSpPr>
            <a:spLocks noGrp="1"/>
          </p:cNvSpPr>
          <p:nvPr>
            <p:ph type="body" sz="quarter" idx="13"/>
          </p:nvPr>
        </p:nvSpPr>
        <p:spPr>
          <a:xfrm>
            <a:off x="1101074" y="3632200"/>
            <a:ext cx="5419804" cy="381000"/>
          </a:xfrm>
        </p:spPr>
        <p:txBody>
          <a:bodyPr anchor="ctr">
            <a:noAutofit/>
          </a:bodyPr>
          <a:lstStyle>
            <a:lvl1pPr marL="0" indent="0">
              <a:buFontTx/>
              <a:buNone/>
              <a:defRPr sz="1600">
                <a:solidFill>
                  <a:schemeClr val="tx1">
                    <a:lumMod val="50000"/>
                    <a:lumOff val="50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smtClean="0"/>
              <a:t>Edit Master text styles</a:t>
            </a:r>
          </a:p>
        </p:txBody>
      </p:sp>
      <p:sp>
        <p:nvSpPr>
          <p:cNvPr id="3" name="Text Placeholder 2"/>
          <p:cNvSpPr>
            <a:spLocks noGrp="1"/>
          </p:cNvSpPr>
          <p:nvPr>
            <p:ph type="body" idx="1"/>
          </p:nvPr>
        </p:nvSpPr>
        <p:spPr>
          <a:xfrm>
            <a:off x="609598" y="4470400"/>
            <a:ext cx="6347715" cy="1570962"/>
          </a:xfrm>
        </p:spPr>
        <p:txBody>
          <a:bodyPr anchor="ctr">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Edit Master text styles</a:t>
            </a:r>
          </a:p>
        </p:txBody>
      </p:sp>
      <p:sp>
        <p:nvSpPr>
          <p:cNvPr id="4" name="Date Placeholder 3"/>
          <p:cNvSpPr>
            <a:spLocks noGrp="1"/>
          </p:cNvSpPr>
          <p:nvPr>
            <p:ph type="dt" sz="half" idx="10"/>
          </p:nvPr>
        </p:nvSpPr>
        <p:spPr/>
        <p:txBody>
          <a:bodyPr/>
          <a:lstStyle/>
          <a:p>
            <a:fld id="{5B26CB59-8B0F-4B6D-9D62-930C7BAC7892}" type="datetimeFigureOut">
              <a:rPr lang="en-US" smtClean="0"/>
              <a:t>3/5/2024</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0525CBFB-9302-439C-B85F-FCC4E2FFAC59}" type="slidenum">
              <a:rPr lang="en-US" smtClean="0"/>
              <a:t>‹#›</a:t>
            </a:fld>
            <a:endParaRPr lang="en-US" dirty="0"/>
          </a:p>
        </p:txBody>
      </p:sp>
      <p:sp>
        <p:nvSpPr>
          <p:cNvPr id="24" name="TextBox 23"/>
          <p:cNvSpPr txBox="1"/>
          <p:nvPr/>
        </p:nvSpPr>
        <p:spPr>
          <a:xfrm>
            <a:off x="482711" y="790378"/>
            <a:ext cx="457319"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
        <p:nvSpPr>
          <p:cNvPr id="25" name="TextBox 24"/>
          <p:cNvSpPr txBox="1"/>
          <p:nvPr/>
        </p:nvSpPr>
        <p:spPr>
          <a:xfrm>
            <a:off x="6747699" y="2886556"/>
            <a:ext cx="457319"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Tree>
    <p:extLst>
      <p:ext uri="{BB962C8B-B14F-4D97-AF65-F5344CB8AC3E}">
        <p14:creationId xmlns:p14="http://schemas.microsoft.com/office/powerpoint/2010/main" val="668807852"/>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609598" y="1931988"/>
            <a:ext cx="6347715" cy="2595460"/>
          </a:xfrm>
        </p:spPr>
        <p:txBody>
          <a:bodyPr anchor="b">
            <a:normAutofit/>
          </a:bodyPr>
          <a:lstStyle>
            <a:lvl1pPr algn="l">
              <a:defRPr sz="4400" b="0" cap="none"/>
            </a:lvl1pPr>
          </a:lstStyle>
          <a:p>
            <a:r>
              <a:rPr lang="en-US" smtClean="0"/>
              <a:t>Click to edit Master title style</a:t>
            </a:r>
            <a:endParaRPr lang="en-US" dirty="0"/>
          </a:p>
        </p:txBody>
      </p:sp>
      <p:sp>
        <p:nvSpPr>
          <p:cNvPr id="3" name="Text Placeholder 2"/>
          <p:cNvSpPr>
            <a:spLocks noGrp="1"/>
          </p:cNvSpPr>
          <p:nvPr>
            <p:ph type="body" idx="1"/>
          </p:nvPr>
        </p:nvSpPr>
        <p:spPr>
          <a:xfrm>
            <a:off x="609598" y="4527448"/>
            <a:ext cx="6347715" cy="1513914"/>
          </a:xfrm>
        </p:spPr>
        <p:txBody>
          <a:bodyPr anchor="t">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Edit Master text styles</a:t>
            </a:r>
          </a:p>
        </p:txBody>
      </p:sp>
      <p:sp>
        <p:nvSpPr>
          <p:cNvPr id="4" name="Date Placeholder 3"/>
          <p:cNvSpPr>
            <a:spLocks noGrp="1"/>
          </p:cNvSpPr>
          <p:nvPr>
            <p:ph type="dt" sz="half" idx="10"/>
          </p:nvPr>
        </p:nvSpPr>
        <p:spPr/>
        <p:txBody>
          <a:bodyPr/>
          <a:lstStyle/>
          <a:p>
            <a:fld id="{5B26CB59-8B0F-4B6D-9D62-930C7BAC7892}" type="datetimeFigureOut">
              <a:rPr lang="en-US" smtClean="0"/>
              <a:t>3/5/2024</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0525CBFB-9302-439C-B85F-FCC4E2FFAC59}" type="slidenum">
              <a:rPr lang="en-US" smtClean="0"/>
              <a:t>‹#›</a:t>
            </a:fld>
            <a:endParaRPr lang="en-US" dirty="0"/>
          </a:p>
        </p:txBody>
      </p:sp>
    </p:spTree>
    <p:extLst>
      <p:ext uri="{BB962C8B-B14F-4D97-AF65-F5344CB8AC3E}">
        <p14:creationId xmlns:p14="http://schemas.microsoft.com/office/powerpoint/2010/main" val="3915615803"/>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Quote Name Card">
    <p:spTree>
      <p:nvGrpSpPr>
        <p:cNvPr id="1" name=""/>
        <p:cNvGrpSpPr/>
        <p:nvPr/>
      </p:nvGrpSpPr>
      <p:grpSpPr>
        <a:xfrm>
          <a:off x="0" y="0"/>
          <a:ext cx="0" cy="0"/>
          <a:chOff x="0" y="0"/>
          <a:chExt cx="0" cy="0"/>
        </a:xfrm>
      </p:grpSpPr>
      <p:sp>
        <p:nvSpPr>
          <p:cNvPr id="2" name="Title 1"/>
          <p:cNvSpPr>
            <a:spLocks noGrp="1"/>
          </p:cNvSpPr>
          <p:nvPr>
            <p:ph type="title"/>
          </p:nvPr>
        </p:nvSpPr>
        <p:spPr>
          <a:xfrm>
            <a:off x="774885" y="609600"/>
            <a:ext cx="6072182" cy="3022600"/>
          </a:xfrm>
        </p:spPr>
        <p:txBody>
          <a:bodyPr anchor="ctr">
            <a:normAutofit/>
          </a:bodyPr>
          <a:lstStyle>
            <a:lvl1pPr algn="l">
              <a:defRPr sz="4400" b="0" cap="none"/>
            </a:lvl1pPr>
          </a:lstStyle>
          <a:p>
            <a:r>
              <a:rPr lang="en-US" smtClean="0"/>
              <a:t>Click to edit Master title style</a:t>
            </a:r>
            <a:endParaRPr lang="en-US" dirty="0"/>
          </a:p>
        </p:txBody>
      </p:sp>
      <p:sp>
        <p:nvSpPr>
          <p:cNvPr id="23" name="Text Placeholder 9"/>
          <p:cNvSpPr>
            <a:spLocks noGrp="1"/>
          </p:cNvSpPr>
          <p:nvPr>
            <p:ph type="body" sz="quarter" idx="13"/>
          </p:nvPr>
        </p:nvSpPr>
        <p:spPr>
          <a:xfrm>
            <a:off x="609597" y="4013200"/>
            <a:ext cx="6347716" cy="514248"/>
          </a:xfrm>
        </p:spPr>
        <p:txBody>
          <a:bodyPr anchor="b">
            <a:noAutofit/>
          </a:bodyPr>
          <a:lstStyle>
            <a:lvl1pPr marL="0" indent="0">
              <a:buFontTx/>
              <a:buNone/>
              <a:defRPr sz="2400">
                <a:solidFill>
                  <a:schemeClr val="tx1">
                    <a:lumMod val="75000"/>
                    <a:lumOff val="25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smtClean="0"/>
              <a:t>Edit Master text styles</a:t>
            </a:r>
          </a:p>
        </p:txBody>
      </p:sp>
      <p:sp>
        <p:nvSpPr>
          <p:cNvPr id="3" name="Text Placeholder 2"/>
          <p:cNvSpPr>
            <a:spLocks noGrp="1"/>
          </p:cNvSpPr>
          <p:nvPr>
            <p:ph type="body" idx="1"/>
          </p:nvPr>
        </p:nvSpPr>
        <p:spPr>
          <a:xfrm>
            <a:off x="609598" y="4527448"/>
            <a:ext cx="6347715" cy="1513914"/>
          </a:xfrm>
        </p:spPr>
        <p:txBody>
          <a:bodyPr anchor="t">
            <a:normAutofit/>
          </a:bodyPr>
          <a:lstStyle>
            <a:lvl1pPr marL="0" indent="0" algn="l">
              <a:buNone/>
              <a:defRPr sz="18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Edit Master text styles</a:t>
            </a:r>
          </a:p>
        </p:txBody>
      </p:sp>
      <p:sp>
        <p:nvSpPr>
          <p:cNvPr id="4" name="Date Placeholder 3"/>
          <p:cNvSpPr>
            <a:spLocks noGrp="1"/>
          </p:cNvSpPr>
          <p:nvPr>
            <p:ph type="dt" sz="half" idx="10"/>
          </p:nvPr>
        </p:nvSpPr>
        <p:spPr/>
        <p:txBody>
          <a:bodyPr/>
          <a:lstStyle/>
          <a:p>
            <a:fld id="{5B26CB59-8B0F-4B6D-9D62-930C7BAC7892}" type="datetimeFigureOut">
              <a:rPr lang="en-US" smtClean="0"/>
              <a:t>3/5/2024</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0525CBFB-9302-439C-B85F-FCC4E2FFAC59}" type="slidenum">
              <a:rPr lang="en-US" smtClean="0"/>
              <a:t>‹#›</a:t>
            </a:fld>
            <a:endParaRPr lang="en-US" dirty="0"/>
          </a:p>
        </p:txBody>
      </p:sp>
      <p:sp>
        <p:nvSpPr>
          <p:cNvPr id="24" name="TextBox 23"/>
          <p:cNvSpPr txBox="1"/>
          <p:nvPr/>
        </p:nvSpPr>
        <p:spPr>
          <a:xfrm>
            <a:off x="482711" y="790378"/>
            <a:ext cx="457319"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
        <p:nvSpPr>
          <p:cNvPr id="25" name="TextBox 24"/>
          <p:cNvSpPr txBox="1"/>
          <p:nvPr/>
        </p:nvSpPr>
        <p:spPr>
          <a:xfrm>
            <a:off x="6747699" y="2886556"/>
            <a:ext cx="457319"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Tree>
    <p:extLst>
      <p:ext uri="{BB962C8B-B14F-4D97-AF65-F5344CB8AC3E}">
        <p14:creationId xmlns:p14="http://schemas.microsoft.com/office/powerpoint/2010/main" val="1412415066"/>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True or False">
    <p:spTree>
      <p:nvGrpSpPr>
        <p:cNvPr id="1" name=""/>
        <p:cNvGrpSpPr/>
        <p:nvPr/>
      </p:nvGrpSpPr>
      <p:grpSpPr>
        <a:xfrm>
          <a:off x="0" y="0"/>
          <a:ext cx="0" cy="0"/>
          <a:chOff x="0" y="0"/>
          <a:chExt cx="0" cy="0"/>
        </a:xfrm>
      </p:grpSpPr>
      <p:sp>
        <p:nvSpPr>
          <p:cNvPr id="2" name="Title 1"/>
          <p:cNvSpPr>
            <a:spLocks noGrp="1"/>
          </p:cNvSpPr>
          <p:nvPr>
            <p:ph type="title"/>
          </p:nvPr>
        </p:nvSpPr>
        <p:spPr>
          <a:xfrm>
            <a:off x="615848" y="609600"/>
            <a:ext cx="6341465" cy="3022600"/>
          </a:xfrm>
        </p:spPr>
        <p:txBody>
          <a:bodyPr anchor="ctr">
            <a:normAutofit/>
          </a:bodyPr>
          <a:lstStyle>
            <a:lvl1pPr algn="l">
              <a:defRPr sz="4400" b="0" cap="none"/>
            </a:lvl1pPr>
          </a:lstStyle>
          <a:p>
            <a:r>
              <a:rPr lang="en-US" smtClean="0"/>
              <a:t>Click to edit Master title style</a:t>
            </a:r>
            <a:endParaRPr lang="en-US" dirty="0"/>
          </a:p>
        </p:txBody>
      </p:sp>
      <p:sp>
        <p:nvSpPr>
          <p:cNvPr id="23" name="Text Placeholder 9"/>
          <p:cNvSpPr>
            <a:spLocks noGrp="1"/>
          </p:cNvSpPr>
          <p:nvPr>
            <p:ph type="body" sz="quarter" idx="13"/>
          </p:nvPr>
        </p:nvSpPr>
        <p:spPr>
          <a:xfrm>
            <a:off x="609597" y="4013200"/>
            <a:ext cx="6347716" cy="514248"/>
          </a:xfrm>
        </p:spPr>
        <p:txBody>
          <a:bodyPr anchor="b">
            <a:noAutofit/>
          </a:bodyPr>
          <a:lstStyle>
            <a:lvl1pPr marL="0" indent="0">
              <a:buFontTx/>
              <a:buNone/>
              <a:defRPr sz="2400">
                <a:solidFill>
                  <a:schemeClr val="accent1"/>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smtClean="0"/>
              <a:t>Edit Master text styles</a:t>
            </a:r>
          </a:p>
        </p:txBody>
      </p:sp>
      <p:sp>
        <p:nvSpPr>
          <p:cNvPr id="3" name="Text Placeholder 2"/>
          <p:cNvSpPr>
            <a:spLocks noGrp="1"/>
          </p:cNvSpPr>
          <p:nvPr>
            <p:ph type="body" idx="1"/>
          </p:nvPr>
        </p:nvSpPr>
        <p:spPr>
          <a:xfrm>
            <a:off x="609598" y="4527448"/>
            <a:ext cx="6347715" cy="1513914"/>
          </a:xfrm>
        </p:spPr>
        <p:txBody>
          <a:bodyPr anchor="t">
            <a:normAutofit/>
          </a:bodyPr>
          <a:lstStyle>
            <a:lvl1pPr marL="0" indent="0" algn="l">
              <a:buNone/>
              <a:defRPr sz="18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Edit Master text styles</a:t>
            </a:r>
          </a:p>
        </p:txBody>
      </p:sp>
      <p:sp>
        <p:nvSpPr>
          <p:cNvPr id="4" name="Date Placeholder 3"/>
          <p:cNvSpPr>
            <a:spLocks noGrp="1"/>
          </p:cNvSpPr>
          <p:nvPr>
            <p:ph type="dt" sz="half" idx="10"/>
          </p:nvPr>
        </p:nvSpPr>
        <p:spPr/>
        <p:txBody>
          <a:bodyPr/>
          <a:lstStyle/>
          <a:p>
            <a:fld id="{5B26CB59-8B0F-4B6D-9D62-930C7BAC7892}" type="datetimeFigureOut">
              <a:rPr lang="en-US" smtClean="0"/>
              <a:t>3/5/2024</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0525CBFB-9302-439C-B85F-FCC4E2FFAC59}" type="slidenum">
              <a:rPr lang="en-US" smtClean="0"/>
              <a:t>‹#›</a:t>
            </a:fld>
            <a:endParaRPr lang="en-US" dirty="0"/>
          </a:p>
        </p:txBody>
      </p:sp>
    </p:spTree>
    <p:extLst>
      <p:ext uri="{BB962C8B-B14F-4D97-AF65-F5344CB8AC3E}">
        <p14:creationId xmlns:p14="http://schemas.microsoft.com/office/powerpoint/2010/main" val="4045759135"/>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10"/>
          </p:nvPr>
        </p:nvSpPr>
        <p:spPr/>
        <p:txBody>
          <a:bodyPr/>
          <a:lstStyle/>
          <a:p>
            <a:fld id="{5B26CB59-8B0F-4B6D-9D62-930C7BAC7892}" type="datetimeFigureOut">
              <a:rPr lang="en-US" smtClean="0"/>
              <a:t>3/5/2024</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0525CBFB-9302-439C-B85F-FCC4E2FFAC59}" type="slidenum">
              <a:rPr lang="en-US" smtClean="0"/>
              <a:t>‹#›</a:t>
            </a:fld>
            <a:endParaRPr lang="en-US" dirty="0"/>
          </a:p>
        </p:txBody>
      </p:sp>
    </p:spTree>
    <p:extLst>
      <p:ext uri="{BB962C8B-B14F-4D97-AF65-F5344CB8AC3E}">
        <p14:creationId xmlns:p14="http://schemas.microsoft.com/office/powerpoint/2010/main" val="354982060"/>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5977312" y="609600"/>
            <a:ext cx="978812" cy="5251451"/>
          </a:xfrm>
        </p:spPr>
        <p:txBody>
          <a:bodyPr vert="eaVert" anchor="ctr"/>
          <a:lstStyle/>
          <a:p>
            <a:r>
              <a:rPr lang="en-US" smtClean="0"/>
              <a:t>Click to edit Master title style</a:t>
            </a:r>
            <a:endParaRPr lang="en-US" dirty="0"/>
          </a:p>
        </p:txBody>
      </p:sp>
      <p:sp>
        <p:nvSpPr>
          <p:cNvPr id="3" name="Vertical Text Placeholder 2"/>
          <p:cNvSpPr>
            <a:spLocks noGrp="1"/>
          </p:cNvSpPr>
          <p:nvPr>
            <p:ph type="body" orient="vert" idx="1"/>
          </p:nvPr>
        </p:nvSpPr>
        <p:spPr>
          <a:xfrm>
            <a:off x="609599" y="609600"/>
            <a:ext cx="5195026" cy="5251451"/>
          </a:xfrm>
        </p:spPr>
        <p:txBody>
          <a:bodyPr vert="eaVert"/>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10"/>
          </p:nvPr>
        </p:nvSpPr>
        <p:spPr/>
        <p:txBody>
          <a:bodyPr/>
          <a:lstStyle/>
          <a:p>
            <a:fld id="{5B26CB59-8B0F-4B6D-9D62-930C7BAC7892}" type="datetimeFigureOut">
              <a:rPr lang="en-US" smtClean="0"/>
              <a:t>3/5/2024</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0525CBFB-9302-439C-B85F-FCC4E2FFAC59}" type="slidenum">
              <a:rPr lang="en-US" smtClean="0"/>
              <a:t>‹#›</a:t>
            </a:fld>
            <a:endParaRPr lang="en-US" dirty="0"/>
          </a:p>
        </p:txBody>
      </p:sp>
    </p:spTree>
    <p:extLst>
      <p:ext uri="{BB962C8B-B14F-4D97-AF65-F5344CB8AC3E}">
        <p14:creationId xmlns:p14="http://schemas.microsoft.com/office/powerpoint/2010/main" val="2085875700"/>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theme" Target="../theme/theme1.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grpSp>
        <p:nvGrpSpPr>
          <p:cNvPr id="17" name="Group 16"/>
          <p:cNvGrpSpPr/>
          <p:nvPr/>
        </p:nvGrpSpPr>
        <p:grpSpPr>
          <a:xfrm>
            <a:off x="-8467" y="-8468"/>
            <a:ext cx="9169805" cy="6874935"/>
            <a:chOff x="-8467" y="-8468"/>
            <a:chExt cx="9169805" cy="6874935"/>
          </a:xfrm>
        </p:grpSpPr>
        <p:sp>
          <p:nvSpPr>
            <p:cNvPr id="7" name="Freeform 6"/>
            <p:cNvSpPr/>
            <p:nvPr/>
          </p:nvSpPr>
          <p:spPr>
            <a:xfrm>
              <a:off x="-8467" y="4013200"/>
              <a:ext cx="457200" cy="2853267"/>
            </a:xfrm>
            <a:custGeom>
              <a:avLst/>
              <a:gdLst/>
              <a:ahLst/>
              <a:cxnLst/>
              <a:rect l="l" t="t" r="r" b="b"/>
              <a:pathLst>
                <a:path w="457200" h="2853267">
                  <a:moveTo>
                    <a:pt x="0" y="0"/>
                  </a:moveTo>
                  <a:lnTo>
                    <a:pt x="457200" y="2853267"/>
                  </a:lnTo>
                  <a:lnTo>
                    <a:pt x="0" y="2844800"/>
                  </a:lnTo>
                  <a:cubicBezTo>
                    <a:pt x="2822" y="1905000"/>
                    <a:pt x="5645" y="965200"/>
                    <a:pt x="0" y="0"/>
                  </a:cubicBezTo>
                  <a:close/>
                </a:path>
              </a:pathLst>
            </a:custGeom>
            <a:solidFill>
              <a:schemeClr val="accent1">
                <a:alpha val="85000"/>
              </a:schemeClr>
            </a:solidFill>
            <a:ln>
              <a:noFill/>
            </a:ln>
            <a:effectLst/>
          </p:spPr>
          <p:style>
            <a:lnRef idx="1">
              <a:schemeClr val="accent1"/>
            </a:lnRef>
            <a:fillRef idx="3">
              <a:schemeClr val="accent1"/>
            </a:fillRef>
            <a:effectRef idx="2">
              <a:schemeClr val="accent1"/>
            </a:effectRef>
            <a:fontRef idx="minor">
              <a:schemeClr val="lt1"/>
            </a:fontRef>
          </p:style>
        </p:sp>
        <p:cxnSp>
          <p:nvCxnSpPr>
            <p:cNvPr id="8" name="Straight Connector 7"/>
            <p:cNvCxnSpPr/>
            <p:nvPr/>
          </p:nvCxnSpPr>
          <p:spPr>
            <a:xfrm flipV="1">
              <a:off x="5130830" y="4175605"/>
              <a:ext cx="4022475" cy="2682396"/>
            </a:xfrm>
            <a:prstGeom prst="line">
              <a:avLst/>
            </a:prstGeom>
            <a:ln w="9525">
              <a:solidFill>
                <a:schemeClr val="bg1">
                  <a:lumMod val="85000"/>
                </a:schemeClr>
              </a:solidFill>
            </a:ln>
          </p:spPr>
          <p:style>
            <a:lnRef idx="2">
              <a:schemeClr val="accent1"/>
            </a:lnRef>
            <a:fillRef idx="0">
              <a:schemeClr val="accent1"/>
            </a:fillRef>
            <a:effectRef idx="1">
              <a:schemeClr val="accent1"/>
            </a:effectRef>
            <a:fontRef idx="minor">
              <a:schemeClr val="tx1"/>
            </a:fontRef>
          </p:style>
        </p:cxnSp>
        <p:cxnSp>
          <p:nvCxnSpPr>
            <p:cNvPr id="9" name="Straight Connector 8"/>
            <p:cNvCxnSpPr/>
            <p:nvPr/>
          </p:nvCxnSpPr>
          <p:spPr>
            <a:xfrm>
              <a:off x="7042707" y="0"/>
              <a:ext cx="1219200" cy="6858000"/>
            </a:xfrm>
            <a:prstGeom prst="line">
              <a:avLst/>
            </a:prstGeom>
            <a:ln w="9525">
              <a:solidFill>
                <a:schemeClr val="bg1">
                  <a:lumMod val="75000"/>
                </a:schemeClr>
              </a:solidFill>
            </a:ln>
          </p:spPr>
          <p:style>
            <a:lnRef idx="2">
              <a:schemeClr val="accent1"/>
            </a:lnRef>
            <a:fillRef idx="0">
              <a:schemeClr val="accent1"/>
            </a:fillRef>
            <a:effectRef idx="1">
              <a:schemeClr val="accent1"/>
            </a:effectRef>
            <a:fontRef idx="minor">
              <a:schemeClr val="tx1"/>
            </a:fontRef>
          </p:style>
        </p:cxnSp>
        <p:sp>
          <p:nvSpPr>
            <p:cNvPr id="10" name="Freeform 9"/>
            <p:cNvSpPr/>
            <p:nvPr/>
          </p:nvSpPr>
          <p:spPr>
            <a:xfrm>
              <a:off x="6891896" y="1"/>
              <a:ext cx="2269442" cy="6866466"/>
            </a:xfrm>
            <a:custGeom>
              <a:avLst/>
              <a:gdLst/>
              <a:ahLst/>
              <a:cxnLst/>
              <a:rect l="l" t="t" r="r" b="b"/>
              <a:pathLst>
                <a:path w="2269442" h="6866466">
                  <a:moveTo>
                    <a:pt x="2023534" y="0"/>
                  </a:moveTo>
                  <a:lnTo>
                    <a:pt x="0" y="6858000"/>
                  </a:lnTo>
                  <a:lnTo>
                    <a:pt x="2269067" y="6866466"/>
                  </a:lnTo>
                  <a:cubicBezTo>
                    <a:pt x="2271889" y="4580466"/>
                    <a:pt x="2257778" y="2294466"/>
                    <a:pt x="2260600" y="8466"/>
                  </a:cubicBezTo>
                  <a:lnTo>
                    <a:pt x="2023534" y="0"/>
                  </a:lnTo>
                  <a:close/>
                </a:path>
              </a:pathLst>
            </a:custGeom>
            <a:solidFill>
              <a:schemeClr val="accent1">
                <a:alpha val="30000"/>
              </a:schemeClr>
            </a:solidFill>
            <a:ln>
              <a:noFill/>
            </a:ln>
            <a:effectLst/>
          </p:spPr>
          <p:style>
            <a:lnRef idx="1">
              <a:schemeClr val="accent1"/>
            </a:lnRef>
            <a:fillRef idx="3">
              <a:schemeClr val="accent1"/>
            </a:fillRef>
            <a:effectRef idx="2">
              <a:schemeClr val="accent1"/>
            </a:effectRef>
            <a:fontRef idx="minor">
              <a:schemeClr val="lt1"/>
            </a:fontRef>
          </p:style>
        </p:sp>
        <p:sp>
          <p:nvSpPr>
            <p:cNvPr id="11" name="Freeform 10"/>
            <p:cNvSpPr/>
            <p:nvPr/>
          </p:nvSpPr>
          <p:spPr>
            <a:xfrm>
              <a:off x="7205158" y="-8467"/>
              <a:ext cx="1948147" cy="6866467"/>
            </a:xfrm>
            <a:custGeom>
              <a:avLst/>
              <a:gdLst/>
              <a:ahLst/>
              <a:cxnLst/>
              <a:rect l="l" t="t" r="r" b="b"/>
              <a:pathLst>
                <a:path w="1948147" h="6866467">
                  <a:moveTo>
                    <a:pt x="0" y="0"/>
                  </a:moveTo>
                  <a:lnTo>
                    <a:pt x="1202267" y="6866467"/>
                  </a:lnTo>
                  <a:lnTo>
                    <a:pt x="1947333" y="6866467"/>
                  </a:lnTo>
                  <a:cubicBezTo>
                    <a:pt x="1944511" y="4577645"/>
                    <a:pt x="1950155" y="2288822"/>
                    <a:pt x="1947333" y="0"/>
                  </a:cubicBez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sp>
        <p:sp>
          <p:nvSpPr>
            <p:cNvPr id="12" name="Freeform 11"/>
            <p:cNvSpPr/>
            <p:nvPr/>
          </p:nvSpPr>
          <p:spPr>
            <a:xfrm>
              <a:off x="6637896" y="3920066"/>
              <a:ext cx="2513565" cy="2937933"/>
            </a:xfrm>
            <a:custGeom>
              <a:avLst/>
              <a:gdLst/>
              <a:ahLst/>
              <a:cxnLst/>
              <a:rect l="l" t="t" r="r" b="b"/>
              <a:pathLst>
                <a:path w="3259667" h="3810000">
                  <a:moveTo>
                    <a:pt x="0" y="3810000"/>
                  </a:moveTo>
                  <a:lnTo>
                    <a:pt x="3251200" y="0"/>
                  </a:lnTo>
                  <a:cubicBezTo>
                    <a:pt x="3254022" y="1270000"/>
                    <a:pt x="3256845" y="2540000"/>
                    <a:pt x="3259667" y="3810000"/>
                  </a:cubicBezTo>
                  <a:lnTo>
                    <a:pt x="0" y="3810000"/>
                  </a:lnTo>
                  <a:close/>
                </a:path>
              </a:pathLst>
            </a:custGeom>
            <a:solidFill>
              <a:schemeClr val="accent2">
                <a:alpha val="72000"/>
              </a:schemeClr>
            </a:solidFill>
            <a:ln>
              <a:noFill/>
            </a:ln>
            <a:effectLst/>
          </p:spPr>
          <p:style>
            <a:lnRef idx="1">
              <a:schemeClr val="accent1"/>
            </a:lnRef>
            <a:fillRef idx="3">
              <a:schemeClr val="accent1"/>
            </a:fillRef>
            <a:effectRef idx="2">
              <a:schemeClr val="accent1"/>
            </a:effectRef>
            <a:fontRef idx="minor">
              <a:schemeClr val="lt1"/>
            </a:fontRef>
          </p:style>
        </p:sp>
        <p:sp>
          <p:nvSpPr>
            <p:cNvPr id="13" name="Freeform 12"/>
            <p:cNvSpPr/>
            <p:nvPr/>
          </p:nvSpPr>
          <p:spPr>
            <a:xfrm>
              <a:off x="7010429" y="-8467"/>
              <a:ext cx="2142876" cy="6866467"/>
            </a:xfrm>
            <a:custGeom>
              <a:avLst/>
              <a:gdLst/>
              <a:ahLst/>
              <a:cxnLst/>
              <a:rect l="l" t="t" r="r" b="b"/>
              <a:pathLst>
                <a:path w="2853267" h="6866467">
                  <a:moveTo>
                    <a:pt x="0" y="0"/>
                  </a:moveTo>
                  <a:lnTo>
                    <a:pt x="2472267" y="6866467"/>
                  </a:lnTo>
                  <a:lnTo>
                    <a:pt x="2853267" y="6858000"/>
                  </a:lnTo>
                  <a:lnTo>
                    <a:pt x="2853267" y="0"/>
                  </a:lnTo>
                  <a:lnTo>
                    <a:pt x="0" y="0"/>
                  </a:lnTo>
                  <a:close/>
                </a:path>
              </a:pathLst>
            </a:custGeom>
            <a:solidFill>
              <a:schemeClr val="accent2">
                <a:lumMod val="75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14" name="Freeform 13"/>
            <p:cNvSpPr/>
            <p:nvPr/>
          </p:nvSpPr>
          <p:spPr>
            <a:xfrm>
              <a:off x="8295776" y="-8467"/>
              <a:ext cx="857530" cy="6866467"/>
            </a:xfrm>
            <a:custGeom>
              <a:avLst/>
              <a:gdLst/>
              <a:ahLst/>
              <a:cxnLst/>
              <a:rect l="l" t="t" r="r" b="b"/>
              <a:pathLst>
                <a:path w="1286933" h="6866467">
                  <a:moveTo>
                    <a:pt x="1016000" y="0"/>
                  </a:moveTo>
                  <a:lnTo>
                    <a:pt x="0" y="6866467"/>
                  </a:lnTo>
                  <a:lnTo>
                    <a:pt x="1286933" y="6866467"/>
                  </a:lnTo>
                  <a:cubicBezTo>
                    <a:pt x="1284111" y="4577645"/>
                    <a:pt x="1281288" y="2288822"/>
                    <a:pt x="1278466" y="0"/>
                  </a:cubicBezTo>
                  <a:lnTo>
                    <a:pt x="1016000" y="0"/>
                  </a:lnTo>
                  <a:close/>
                </a:path>
              </a:pathLst>
            </a:custGeom>
            <a:solidFill>
              <a:schemeClr val="accent1">
                <a:lumMod val="60000"/>
                <a:lumOff val="40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15" name="Freeform 14"/>
            <p:cNvSpPr/>
            <p:nvPr/>
          </p:nvSpPr>
          <p:spPr>
            <a:xfrm>
              <a:off x="8077231" y="-8468"/>
              <a:ext cx="1066770" cy="6866467"/>
            </a:xfrm>
            <a:custGeom>
              <a:avLst/>
              <a:gdLst/>
              <a:ahLst/>
              <a:cxnLst/>
              <a:rect l="l" t="t" r="r" b="b"/>
              <a:pathLst>
                <a:path w="1270244" h="6866467">
                  <a:moveTo>
                    <a:pt x="0" y="0"/>
                  </a:moveTo>
                  <a:lnTo>
                    <a:pt x="1117600" y="6866467"/>
                  </a:lnTo>
                  <a:lnTo>
                    <a:pt x="1270000" y="6866467"/>
                  </a:lnTo>
                  <a:cubicBezTo>
                    <a:pt x="1272822" y="4574822"/>
                    <a:pt x="1250245" y="2291645"/>
                    <a:pt x="1253067" y="0"/>
                  </a:cubicBezTo>
                  <a:lnTo>
                    <a:pt x="0" y="0"/>
                  </a:lnTo>
                  <a:close/>
                </a:path>
              </a:pathLst>
            </a:custGeom>
            <a:solidFill>
              <a:schemeClr val="accent1">
                <a:alpha val="65000"/>
              </a:schemeClr>
            </a:solidFill>
            <a:ln>
              <a:noFill/>
            </a:ln>
            <a:effectLst/>
          </p:spPr>
          <p:style>
            <a:lnRef idx="1">
              <a:schemeClr val="accent1"/>
            </a:lnRef>
            <a:fillRef idx="3">
              <a:schemeClr val="accent1"/>
            </a:fillRef>
            <a:effectRef idx="2">
              <a:schemeClr val="accent1"/>
            </a:effectRef>
            <a:fontRef idx="minor">
              <a:schemeClr val="lt1"/>
            </a:fontRef>
          </p:style>
        </p:sp>
        <p:sp>
          <p:nvSpPr>
            <p:cNvPr id="16" name="Freeform 15"/>
            <p:cNvSpPr/>
            <p:nvPr/>
          </p:nvSpPr>
          <p:spPr>
            <a:xfrm>
              <a:off x="8060297" y="4893733"/>
              <a:ext cx="1094086" cy="1964267"/>
            </a:xfrm>
            <a:custGeom>
              <a:avLst/>
              <a:gdLst/>
              <a:ahLst/>
              <a:cxnLst/>
              <a:rect l="l" t="t" r="r" b="b"/>
              <a:pathLst>
                <a:path w="1820333" h="3268133">
                  <a:moveTo>
                    <a:pt x="0" y="3268133"/>
                  </a:moveTo>
                  <a:lnTo>
                    <a:pt x="1811866" y="0"/>
                  </a:lnTo>
                  <a:cubicBezTo>
                    <a:pt x="1814688" y="1086555"/>
                    <a:pt x="1817511" y="2173111"/>
                    <a:pt x="1820333" y="3259666"/>
                  </a:cubicBezTo>
                  <a:lnTo>
                    <a:pt x="0" y="3268133"/>
                  </a:lnTo>
                  <a:close/>
                </a:path>
              </a:pathLst>
            </a:custGeom>
            <a:solidFill>
              <a:schemeClr val="accent1">
                <a:alpha val="80000"/>
              </a:schemeClr>
            </a:solidFill>
            <a:ln>
              <a:noFill/>
            </a:ln>
            <a:effectLst/>
          </p:spPr>
          <p:style>
            <a:lnRef idx="1">
              <a:schemeClr val="accent1"/>
            </a:lnRef>
            <a:fillRef idx="3">
              <a:schemeClr val="accent1"/>
            </a:fillRef>
            <a:effectRef idx="2">
              <a:schemeClr val="accent1"/>
            </a:effectRef>
            <a:fontRef idx="minor">
              <a:schemeClr val="lt1"/>
            </a:fontRef>
          </p:style>
        </p:sp>
      </p:grpSp>
      <p:sp>
        <p:nvSpPr>
          <p:cNvPr id="2" name="Title Placeholder 1"/>
          <p:cNvSpPr>
            <a:spLocks noGrp="1"/>
          </p:cNvSpPr>
          <p:nvPr>
            <p:ph type="title"/>
          </p:nvPr>
        </p:nvSpPr>
        <p:spPr>
          <a:xfrm>
            <a:off x="609599" y="609600"/>
            <a:ext cx="6347713" cy="1320800"/>
          </a:xfrm>
          <a:prstGeom prst="rect">
            <a:avLst/>
          </a:prstGeom>
        </p:spPr>
        <p:txBody>
          <a:bodyPr vert="horz" lIns="91440" tIns="45720" rIns="91440" bIns="45720" rtlCol="0" anchor="t">
            <a:normAutofit/>
          </a:bodyPr>
          <a:lstStyle/>
          <a:p>
            <a:r>
              <a:rPr lang="en-US" smtClean="0"/>
              <a:t>Click to edit Master title style</a:t>
            </a:r>
            <a:endParaRPr lang="en-US" dirty="0"/>
          </a:p>
        </p:txBody>
      </p:sp>
      <p:sp>
        <p:nvSpPr>
          <p:cNvPr id="3" name="Text Placeholder 2"/>
          <p:cNvSpPr>
            <a:spLocks noGrp="1"/>
          </p:cNvSpPr>
          <p:nvPr>
            <p:ph type="body" idx="1"/>
          </p:nvPr>
        </p:nvSpPr>
        <p:spPr>
          <a:xfrm>
            <a:off x="609599" y="2160590"/>
            <a:ext cx="6347714" cy="3880773"/>
          </a:xfrm>
          <a:prstGeom prst="rect">
            <a:avLst/>
          </a:prstGeom>
        </p:spPr>
        <p:txBody>
          <a:bodyPr vert="horz" lIns="91440" tIns="45720" rIns="91440" bIns="45720" rtlCol="0">
            <a:normAutofit/>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2"/>
          </p:nvPr>
        </p:nvSpPr>
        <p:spPr>
          <a:xfrm>
            <a:off x="5405258" y="6041363"/>
            <a:ext cx="684132" cy="365125"/>
          </a:xfrm>
          <a:prstGeom prst="rect">
            <a:avLst/>
          </a:prstGeom>
        </p:spPr>
        <p:txBody>
          <a:bodyPr vert="horz" lIns="91440" tIns="45720" rIns="91440" bIns="45720" rtlCol="0" anchor="ctr"/>
          <a:lstStyle>
            <a:lvl1pPr algn="r">
              <a:defRPr sz="900">
                <a:solidFill>
                  <a:schemeClr val="tx1">
                    <a:tint val="75000"/>
                  </a:schemeClr>
                </a:solidFill>
              </a:defRPr>
            </a:lvl1pPr>
          </a:lstStyle>
          <a:p>
            <a:fld id="{5B26CB59-8B0F-4B6D-9D62-930C7BAC7892}" type="datetimeFigureOut">
              <a:rPr lang="en-US" smtClean="0"/>
              <a:t>3/5/2024</a:t>
            </a:fld>
            <a:endParaRPr lang="en-US" dirty="0"/>
          </a:p>
        </p:txBody>
      </p:sp>
      <p:sp>
        <p:nvSpPr>
          <p:cNvPr id="5" name="Footer Placeholder 4"/>
          <p:cNvSpPr>
            <a:spLocks noGrp="1"/>
          </p:cNvSpPr>
          <p:nvPr>
            <p:ph type="ftr" sz="quarter" idx="3"/>
          </p:nvPr>
        </p:nvSpPr>
        <p:spPr>
          <a:xfrm>
            <a:off x="609599" y="6041363"/>
            <a:ext cx="4622973" cy="365125"/>
          </a:xfrm>
          <a:prstGeom prst="rect">
            <a:avLst/>
          </a:prstGeom>
        </p:spPr>
        <p:txBody>
          <a:bodyPr vert="horz" lIns="91440" tIns="45720" rIns="91440" bIns="45720" rtlCol="0" anchor="ctr"/>
          <a:lstStyle>
            <a:lvl1pPr algn="l">
              <a:defRPr sz="900">
                <a:solidFill>
                  <a:schemeClr val="tx1">
                    <a:tint val="75000"/>
                  </a:schemeClr>
                </a:solidFill>
              </a:defRPr>
            </a:lvl1pPr>
          </a:lstStyle>
          <a:p>
            <a:endParaRPr lang="en-US" dirty="0"/>
          </a:p>
        </p:txBody>
      </p:sp>
      <p:sp>
        <p:nvSpPr>
          <p:cNvPr id="6" name="Slide Number Placeholder 5"/>
          <p:cNvSpPr>
            <a:spLocks noGrp="1"/>
          </p:cNvSpPr>
          <p:nvPr>
            <p:ph type="sldNum" sz="quarter" idx="4"/>
          </p:nvPr>
        </p:nvSpPr>
        <p:spPr>
          <a:xfrm>
            <a:off x="6444676" y="6041363"/>
            <a:ext cx="512638" cy="365125"/>
          </a:xfrm>
          <a:prstGeom prst="rect">
            <a:avLst/>
          </a:prstGeom>
        </p:spPr>
        <p:txBody>
          <a:bodyPr vert="horz" lIns="91440" tIns="45720" rIns="91440" bIns="45720" rtlCol="0" anchor="ctr"/>
          <a:lstStyle>
            <a:lvl1pPr algn="r">
              <a:defRPr sz="900">
                <a:solidFill>
                  <a:schemeClr val="accent1"/>
                </a:solidFill>
              </a:defRPr>
            </a:lvl1pPr>
          </a:lstStyle>
          <a:p>
            <a:fld id="{0525CBFB-9302-439C-B85F-FCC4E2FFAC59}" type="slidenum">
              <a:rPr lang="en-US" smtClean="0"/>
              <a:t>‹#›</a:t>
            </a:fld>
            <a:endParaRPr lang="en-US" dirty="0"/>
          </a:p>
        </p:txBody>
      </p:sp>
    </p:spTree>
    <p:extLst>
      <p:ext uri="{BB962C8B-B14F-4D97-AF65-F5344CB8AC3E}">
        <p14:creationId xmlns:p14="http://schemas.microsoft.com/office/powerpoint/2010/main" val="1329474735"/>
      </p:ext>
    </p:extLst>
  </p:cSld>
  <p:clrMap bg1="lt1" tx1="dk1" bg2="lt2" tx2="dk2" accent1="accent1" accent2="accent2" accent3="accent3" accent4="accent4" accent5="accent5" accent6="accent6" hlink="hlink" folHlink="folHlink"/>
  <p:sldLayoutIdLst>
    <p:sldLayoutId id="2147483678" r:id="rId1"/>
    <p:sldLayoutId id="2147483679" r:id="rId2"/>
    <p:sldLayoutId id="2147483680" r:id="rId3"/>
    <p:sldLayoutId id="2147483681" r:id="rId4"/>
    <p:sldLayoutId id="2147483682" r:id="rId5"/>
    <p:sldLayoutId id="2147483683" r:id="rId6"/>
    <p:sldLayoutId id="2147483684" r:id="rId7"/>
    <p:sldLayoutId id="2147483685" r:id="rId8"/>
    <p:sldLayoutId id="2147483686" r:id="rId9"/>
    <p:sldLayoutId id="2147483687" r:id="rId10"/>
    <p:sldLayoutId id="2147483688" r:id="rId11"/>
    <p:sldLayoutId id="2147483689" r:id="rId12"/>
    <p:sldLayoutId id="2147483690" r:id="rId13"/>
    <p:sldLayoutId id="2147483691" r:id="rId14"/>
    <p:sldLayoutId id="2147483692" r:id="rId15"/>
    <p:sldLayoutId id="2147483693" r:id="rId16"/>
  </p:sldLayoutIdLst>
  <p:txStyles>
    <p:titleStyle>
      <a:lvl1pPr algn="l" defTabSz="457200" rtl="0" eaLnBrk="1" latinLnBrk="0" hangingPunct="1">
        <a:spcBef>
          <a:spcPct val="0"/>
        </a:spcBef>
        <a:buNone/>
        <a:defRPr sz="3600" kern="1200">
          <a:solidFill>
            <a:schemeClr val="accent1"/>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0" indent="-342900" algn="l" defTabSz="457200" rtl="0" eaLnBrk="1" latinLnBrk="0" hangingPunct="1">
        <a:spcBef>
          <a:spcPts val="1000"/>
        </a:spcBef>
        <a:spcAft>
          <a:spcPts val="0"/>
        </a:spcAft>
        <a:buClr>
          <a:schemeClr val="accent1"/>
        </a:buClr>
        <a:buSzPct val="80000"/>
        <a:buFont typeface="Wingdings 3" charset="2"/>
        <a:buChar char=""/>
        <a:defRPr sz="180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2.xml"/><Relationship Id="rId4" Type="http://schemas.openxmlformats.org/officeDocument/2006/relationships/image" Target="../media/image3.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0" y="1"/>
            <a:ext cx="9144000" cy="6858000"/>
          </a:xfrm>
        </p:spPr>
        <p:txBody>
          <a:bodyPr/>
          <a:lstStyle/>
          <a:p>
            <a:pPr marL="0" indent="0" algn="ctr">
              <a:buNone/>
            </a:pPr>
            <a:r>
              <a:rPr lang="en-US" sz="3600" b="1" dirty="0"/>
              <a:t>Kwa Thema Skills School</a:t>
            </a:r>
          </a:p>
          <a:p>
            <a:pPr marL="0" indent="0" algn="ctr">
              <a:buNone/>
            </a:pPr>
            <a:r>
              <a:rPr lang="en-US" sz="2700" b="1" dirty="0"/>
              <a:t>(School Of Specialization)</a:t>
            </a:r>
          </a:p>
          <a:p>
            <a:pPr marL="0" indent="0" algn="ctr">
              <a:buNone/>
            </a:pPr>
            <a:r>
              <a:rPr lang="en-US" sz="2700" b="1" dirty="0"/>
              <a:t>Maintenance Year </a:t>
            </a:r>
            <a:r>
              <a:rPr lang="en-US" sz="2700" b="1" dirty="0" smtClean="0"/>
              <a:t>1 Learning Content</a:t>
            </a:r>
            <a:endParaRPr lang="en-US" sz="2700" b="1" dirty="0"/>
          </a:p>
          <a:p>
            <a:pPr marL="0" indent="0" algn="ctr">
              <a:buNone/>
            </a:pPr>
            <a:endParaRPr lang="en-US" sz="2700" b="1" dirty="0"/>
          </a:p>
        </p:txBody>
      </p:sp>
      <p:pic>
        <p:nvPicPr>
          <p:cNvPr id="2" name="Picture 1"/>
          <p:cNvPicPr>
            <a:picLocks noChangeAspect="1"/>
          </p:cNvPicPr>
          <p:nvPr/>
        </p:nvPicPr>
        <p:blipFill>
          <a:blip r:embed="rId2"/>
          <a:stretch>
            <a:fillRect/>
          </a:stretch>
        </p:blipFill>
        <p:spPr>
          <a:xfrm>
            <a:off x="2657864" y="2785696"/>
            <a:ext cx="3519179" cy="3666620"/>
          </a:xfrm>
          <a:prstGeom prst="rect">
            <a:avLst/>
          </a:prstGeom>
        </p:spPr>
      </p:pic>
      <p:pic>
        <p:nvPicPr>
          <p:cNvPr id="4" name="Picture 3"/>
          <p:cNvPicPr>
            <a:picLocks noChangeAspect="1"/>
          </p:cNvPicPr>
          <p:nvPr/>
        </p:nvPicPr>
        <p:blipFill>
          <a:blip r:embed="rId3"/>
          <a:stretch>
            <a:fillRect/>
          </a:stretch>
        </p:blipFill>
        <p:spPr>
          <a:xfrm>
            <a:off x="673689" y="1838950"/>
            <a:ext cx="1072193" cy="1114171"/>
          </a:xfrm>
          <a:prstGeom prst="rect">
            <a:avLst/>
          </a:prstGeom>
        </p:spPr>
      </p:pic>
      <p:pic>
        <p:nvPicPr>
          <p:cNvPr id="5" name="Picture 4"/>
          <p:cNvPicPr>
            <a:picLocks noChangeAspect="1"/>
          </p:cNvPicPr>
          <p:nvPr/>
        </p:nvPicPr>
        <p:blipFill>
          <a:blip r:embed="rId4"/>
          <a:stretch>
            <a:fillRect/>
          </a:stretch>
        </p:blipFill>
        <p:spPr>
          <a:xfrm>
            <a:off x="6828201" y="1838949"/>
            <a:ext cx="1115665" cy="1114171"/>
          </a:xfrm>
          <a:prstGeom prst="rect">
            <a:avLst/>
          </a:prstGeom>
        </p:spPr>
      </p:pic>
    </p:spTree>
    <p:extLst>
      <p:ext uri="{BB962C8B-B14F-4D97-AF65-F5344CB8AC3E}">
        <p14:creationId xmlns:p14="http://schemas.microsoft.com/office/powerpoint/2010/main" val="1321691815"/>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2"/>
            <a:ext cx="9144000" cy="953035"/>
          </a:xfrm>
        </p:spPr>
        <p:txBody>
          <a:bodyPr>
            <a:normAutofit fontScale="90000"/>
          </a:bodyPr>
          <a:lstStyle/>
          <a:p>
            <a:r>
              <a:rPr lang="en-GB" sz="6000" b="1" dirty="0" smtClean="0"/>
              <a:t>   </a:t>
            </a:r>
            <a:r>
              <a:rPr lang="en-GB" sz="6600" b="1" u="sng" dirty="0" smtClean="0"/>
              <a:t>Maintenance Year 4</a:t>
            </a:r>
            <a:endParaRPr lang="en-GB" sz="6600" u="sng" dirty="0"/>
          </a:p>
        </p:txBody>
      </p:sp>
      <p:sp>
        <p:nvSpPr>
          <p:cNvPr id="3" name="Content Placeholder 2"/>
          <p:cNvSpPr>
            <a:spLocks noGrp="1"/>
          </p:cNvSpPr>
          <p:nvPr>
            <p:ph idx="1"/>
          </p:nvPr>
        </p:nvSpPr>
        <p:spPr>
          <a:xfrm>
            <a:off x="0" y="953037"/>
            <a:ext cx="9144000" cy="5904963"/>
          </a:xfrm>
        </p:spPr>
        <p:txBody>
          <a:bodyPr>
            <a:normAutofit/>
          </a:bodyPr>
          <a:lstStyle/>
          <a:p>
            <a:pPr marL="0" indent="0">
              <a:buNone/>
            </a:pPr>
            <a:r>
              <a:rPr lang="en-US" sz="5400" b="1" dirty="0" smtClean="0"/>
              <a:t>            </a:t>
            </a:r>
            <a:r>
              <a:rPr lang="en-US" sz="5400" b="1" u="sng" dirty="0" smtClean="0"/>
              <a:t>Learning Content</a:t>
            </a:r>
          </a:p>
          <a:p>
            <a:pPr marL="0" indent="0">
              <a:buNone/>
            </a:pPr>
            <a:r>
              <a:rPr lang="en-US" sz="2400" b="1" dirty="0" smtClean="0"/>
              <a:t>1. Safety Rules in Woodwork Maintenance</a:t>
            </a:r>
          </a:p>
          <a:p>
            <a:pPr marL="0" indent="0">
              <a:buNone/>
            </a:pPr>
            <a:r>
              <a:rPr lang="en-US" sz="2400" b="1" dirty="0"/>
              <a:t>2</a:t>
            </a:r>
            <a:r>
              <a:rPr lang="en-US" sz="2400" b="1" dirty="0" smtClean="0"/>
              <a:t>. Basic Hand Tools and Their Purposes</a:t>
            </a:r>
          </a:p>
          <a:p>
            <a:pPr marL="0" indent="0">
              <a:buNone/>
            </a:pPr>
            <a:r>
              <a:rPr lang="en-US" sz="2400" b="1" dirty="0" smtClean="0"/>
              <a:t>3. Hand Tools Maintenance</a:t>
            </a:r>
          </a:p>
          <a:p>
            <a:pPr marL="0" indent="0">
              <a:buNone/>
            </a:pPr>
            <a:r>
              <a:rPr lang="en-US" sz="2400" b="1" dirty="0" smtClean="0"/>
              <a:t>4. </a:t>
            </a:r>
            <a:r>
              <a:rPr lang="en-US" sz="2400" b="1" dirty="0"/>
              <a:t>Basic </a:t>
            </a:r>
            <a:r>
              <a:rPr lang="en-US" sz="2400" b="1" dirty="0" smtClean="0"/>
              <a:t>Power </a:t>
            </a:r>
            <a:r>
              <a:rPr lang="en-US" sz="2400" b="1" dirty="0"/>
              <a:t>Tools and Their Purposes</a:t>
            </a:r>
          </a:p>
          <a:p>
            <a:pPr marL="0" indent="0">
              <a:buNone/>
            </a:pPr>
            <a:r>
              <a:rPr lang="en-US" sz="2400" b="1" dirty="0" smtClean="0"/>
              <a:t>5. Power  </a:t>
            </a:r>
            <a:r>
              <a:rPr lang="en-US" sz="2400" b="1" dirty="0"/>
              <a:t>Tools Maintenance</a:t>
            </a:r>
          </a:p>
          <a:p>
            <a:pPr marL="0" indent="0">
              <a:buNone/>
            </a:pPr>
            <a:r>
              <a:rPr lang="en-US" sz="2400" b="1" dirty="0" smtClean="0"/>
              <a:t>6. Different Types Of Sandpapers, </a:t>
            </a:r>
            <a:r>
              <a:rPr lang="en-US" sz="2400" b="1"/>
              <a:t>T</a:t>
            </a:r>
            <a:r>
              <a:rPr lang="en-US" sz="2400" b="1" smtClean="0"/>
              <a:t>heir </a:t>
            </a:r>
            <a:r>
              <a:rPr lang="en-US" sz="2400" b="1" smtClean="0"/>
              <a:t>Grits </a:t>
            </a:r>
            <a:r>
              <a:rPr lang="en-US" sz="2400" b="1" dirty="0" smtClean="0"/>
              <a:t>And Uses</a:t>
            </a:r>
          </a:p>
          <a:p>
            <a:pPr marL="0" indent="0">
              <a:buNone/>
            </a:pPr>
            <a:r>
              <a:rPr lang="en-US" sz="2400" b="1" dirty="0" smtClean="0"/>
              <a:t>7. Basic Hinges And Their Uses.</a:t>
            </a:r>
          </a:p>
          <a:p>
            <a:pPr marL="0" indent="0">
              <a:buNone/>
            </a:pPr>
            <a:r>
              <a:rPr lang="en-US" sz="2400" b="1" dirty="0"/>
              <a:t>8</a:t>
            </a:r>
            <a:r>
              <a:rPr lang="en-US" sz="2400" b="1" dirty="0" smtClean="0"/>
              <a:t>. Basic Locks And Their Uses.</a:t>
            </a:r>
          </a:p>
          <a:p>
            <a:pPr marL="0" indent="0">
              <a:buNone/>
            </a:pPr>
            <a:r>
              <a:rPr lang="en-US" sz="2400" b="1" dirty="0" smtClean="0"/>
              <a:t>9. Manufacture A Jewelry Box.</a:t>
            </a:r>
          </a:p>
          <a:p>
            <a:pPr>
              <a:buAutoNum type="arabicPeriod"/>
            </a:pPr>
            <a:endParaRPr lang="en-US" sz="2400" b="1" dirty="0" smtClean="0"/>
          </a:p>
        </p:txBody>
      </p:sp>
    </p:spTree>
    <p:extLst>
      <p:ext uri="{BB962C8B-B14F-4D97-AF65-F5344CB8AC3E}">
        <p14:creationId xmlns:p14="http://schemas.microsoft.com/office/powerpoint/2010/main" val="3487749907"/>
      </p:ext>
    </p:extLst>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2"/>
            <a:ext cx="9144000" cy="6857998"/>
          </a:xfrm>
        </p:spPr>
        <p:txBody>
          <a:bodyPr>
            <a:normAutofit fontScale="90000"/>
          </a:bodyPr>
          <a:lstStyle/>
          <a:p>
            <a:r>
              <a:rPr lang="en-GB" b="1" u="sng" dirty="0" smtClean="0">
                <a:solidFill>
                  <a:schemeClr val="tx1"/>
                </a:solidFill>
              </a:rPr>
              <a:t>Overview of Maintenance</a:t>
            </a:r>
            <a:br>
              <a:rPr lang="en-GB" b="1" u="sng" dirty="0" smtClean="0">
                <a:solidFill>
                  <a:schemeClr val="tx1"/>
                </a:solidFill>
              </a:rPr>
            </a:br>
            <a:r>
              <a:rPr lang="en-GB" sz="2400" b="1" dirty="0" smtClean="0">
                <a:solidFill>
                  <a:schemeClr val="tx1"/>
                </a:solidFill>
              </a:rPr>
              <a:t>- Maintenance management is vital in ensuring the long term </a:t>
            </a:r>
            <a:br>
              <a:rPr lang="en-GB" sz="2400" b="1" dirty="0" smtClean="0">
                <a:solidFill>
                  <a:schemeClr val="tx1"/>
                </a:solidFill>
              </a:rPr>
            </a:br>
            <a:r>
              <a:rPr lang="en-GB" sz="2400" b="1" dirty="0">
                <a:solidFill>
                  <a:schemeClr val="tx1"/>
                </a:solidFill>
              </a:rPr>
              <a:t> </a:t>
            </a:r>
            <a:r>
              <a:rPr lang="en-GB" sz="2400" b="1" dirty="0" smtClean="0">
                <a:solidFill>
                  <a:schemeClr val="tx1"/>
                </a:solidFill>
              </a:rPr>
              <a:t> success of your maintenance program by monitoring quality </a:t>
            </a:r>
            <a:br>
              <a:rPr lang="en-GB" sz="2400" b="1" dirty="0" smtClean="0">
                <a:solidFill>
                  <a:schemeClr val="tx1"/>
                </a:solidFill>
              </a:rPr>
            </a:br>
            <a:r>
              <a:rPr lang="en-GB" sz="2400" b="1" dirty="0">
                <a:solidFill>
                  <a:schemeClr val="tx1"/>
                </a:solidFill>
              </a:rPr>
              <a:t> </a:t>
            </a:r>
            <a:r>
              <a:rPr lang="en-GB" sz="2400" b="1" dirty="0" smtClean="0">
                <a:solidFill>
                  <a:schemeClr val="tx1"/>
                </a:solidFill>
              </a:rPr>
              <a:t> assurance, maintaining operational efficiency and keeping</a:t>
            </a:r>
            <a:br>
              <a:rPr lang="en-GB" sz="2400" b="1" dirty="0" smtClean="0">
                <a:solidFill>
                  <a:schemeClr val="tx1"/>
                </a:solidFill>
              </a:rPr>
            </a:br>
            <a:r>
              <a:rPr lang="en-GB" sz="2400" b="1" dirty="0" smtClean="0">
                <a:solidFill>
                  <a:schemeClr val="tx1"/>
                </a:solidFill>
              </a:rPr>
              <a:t>  assets in optimum running order. </a:t>
            </a:r>
            <a:br>
              <a:rPr lang="en-GB" sz="2400" b="1" dirty="0" smtClean="0">
                <a:solidFill>
                  <a:schemeClr val="tx1"/>
                </a:solidFill>
              </a:rPr>
            </a:br>
            <a:r>
              <a:rPr lang="en-GB" sz="2400" b="1" dirty="0" smtClean="0">
                <a:solidFill>
                  <a:schemeClr val="tx1"/>
                </a:solidFill>
              </a:rPr>
              <a:t>- Properly maintained assets and resources keep your </a:t>
            </a:r>
            <a:br>
              <a:rPr lang="en-GB" sz="2400" b="1" dirty="0" smtClean="0">
                <a:solidFill>
                  <a:schemeClr val="tx1"/>
                </a:solidFill>
              </a:rPr>
            </a:br>
            <a:r>
              <a:rPr lang="en-GB" sz="2400" b="1" dirty="0">
                <a:solidFill>
                  <a:schemeClr val="tx1"/>
                </a:solidFill>
              </a:rPr>
              <a:t> </a:t>
            </a:r>
            <a:r>
              <a:rPr lang="en-GB" sz="2400" b="1" dirty="0" smtClean="0">
                <a:solidFill>
                  <a:schemeClr val="tx1"/>
                </a:solidFill>
              </a:rPr>
              <a:t>production stable and greatly minimize the chances for unplanned</a:t>
            </a:r>
            <a:br>
              <a:rPr lang="en-GB" sz="2400" b="1" dirty="0" smtClean="0">
                <a:solidFill>
                  <a:schemeClr val="tx1"/>
                </a:solidFill>
              </a:rPr>
            </a:br>
            <a:r>
              <a:rPr lang="en-GB" sz="2400" b="1" dirty="0" smtClean="0">
                <a:solidFill>
                  <a:schemeClr val="tx1"/>
                </a:solidFill>
              </a:rPr>
              <a:t> downtime.</a:t>
            </a:r>
            <a:r>
              <a:rPr lang="en-GB" sz="2800" b="1" u="sng" dirty="0">
                <a:solidFill>
                  <a:schemeClr val="tx1"/>
                </a:solidFill>
              </a:rPr>
              <a:t/>
            </a:r>
            <a:br>
              <a:rPr lang="en-GB" sz="2800" b="1" u="sng" dirty="0">
                <a:solidFill>
                  <a:schemeClr val="tx1"/>
                </a:solidFill>
              </a:rPr>
            </a:br>
            <a:r>
              <a:rPr lang="en-GB" sz="2800" b="1" u="sng" dirty="0" smtClean="0">
                <a:solidFill>
                  <a:schemeClr val="tx1"/>
                </a:solidFill>
              </a:rPr>
              <a:t>At the end of the term learners should be able to: </a:t>
            </a:r>
            <a:br>
              <a:rPr lang="en-GB" sz="2800" b="1" u="sng" dirty="0" smtClean="0">
                <a:solidFill>
                  <a:schemeClr val="tx1"/>
                </a:solidFill>
              </a:rPr>
            </a:br>
            <a:r>
              <a:rPr lang="en-GB" sz="2800" b="1" u="sng" dirty="0" smtClean="0">
                <a:solidFill>
                  <a:schemeClr val="tx1"/>
                </a:solidFill>
              </a:rPr>
              <a:t/>
            </a:r>
            <a:br>
              <a:rPr lang="en-GB" sz="2800" b="1" u="sng" dirty="0" smtClean="0">
                <a:solidFill>
                  <a:schemeClr val="tx1"/>
                </a:solidFill>
              </a:rPr>
            </a:br>
            <a:r>
              <a:rPr lang="en-US" sz="2700" b="1" dirty="0">
                <a:solidFill>
                  <a:schemeClr val="tx1"/>
                </a:solidFill>
              </a:rPr>
              <a:t>1. Apply safety rules in the workshop.</a:t>
            </a:r>
            <a:br>
              <a:rPr lang="en-US" sz="2700" b="1" dirty="0">
                <a:solidFill>
                  <a:schemeClr val="tx1"/>
                </a:solidFill>
              </a:rPr>
            </a:br>
            <a:r>
              <a:rPr lang="en-US" sz="2700" b="1" dirty="0">
                <a:solidFill>
                  <a:schemeClr val="tx1"/>
                </a:solidFill>
              </a:rPr>
              <a:t>2. Name or identify marking and cutting hand tools.</a:t>
            </a:r>
            <a:br>
              <a:rPr lang="en-US" sz="2700" b="1" dirty="0">
                <a:solidFill>
                  <a:schemeClr val="tx1"/>
                </a:solidFill>
              </a:rPr>
            </a:br>
            <a:r>
              <a:rPr lang="en-US" sz="2700" b="1" dirty="0">
                <a:solidFill>
                  <a:schemeClr val="tx1"/>
                </a:solidFill>
              </a:rPr>
              <a:t>3. To know the uses of making and cutting hand tools.</a:t>
            </a:r>
            <a:br>
              <a:rPr lang="en-US" sz="2700" b="1" dirty="0">
                <a:solidFill>
                  <a:schemeClr val="tx1"/>
                </a:solidFill>
              </a:rPr>
            </a:br>
            <a:r>
              <a:rPr lang="en-US" sz="2700" b="1" dirty="0">
                <a:solidFill>
                  <a:schemeClr val="tx1"/>
                </a:solidFill>
              </a:rPr>
              <a:t>4. Maintain hand and power tools or machines.</a:t>
            </a:r>
            <a:br>
              <a:rPr lang="en-US" sz="2700" b="1" dirty="0">
                <a:solidFill>
                  <a:schemeClr val="tx1"/>
                </a:solidFill>
              </a:rPr>
            </a:br>
            <a:r>
              <a:rPr lang="en-US" sz="2700" b="1" dirty="0">
                <a:solidFill>
                  <a:schemeClr val="tx1"/>
                </a:solidFill>
              </a:rPr>
              <a:t>5. To know different types and sizes of sandpapers.</a:t>
            </a:r>
            <a:br>
              <a:rPr lang="en-US" sz="2700" b="1" dirty="0">
                <a:solidFill>
                  <a:schemeClr val="tx1"/>
                </a:solidFill>
              </a:rPr>
            </a:br>
            <a:r>
              <a:rPr lang="en-US" sz="2700" b="1" dirty="0">
                <a:solidFill>
                  <a:schemeClr val="tx1"/>
                </a:solidFill>
              </a:rPr>
              <a:t>6. To different types of hinges.</a:t>
            </a:r>
            <a:br>
              <a:rPr lang="en-US" sz="2700" b="1" dirty="0">
                <a:solidFill>
                  <a:schemeClr val="tx1"/>
                </a:solidFill>
              </a:rPr>
            </a:br>
            <a:r>
              <a:rPr lang="en-US" sz="2700" b="1" dirty="0">
                <a:solidFill>
                  <a:schemeClr val="tx1"/>
                </a:solidFill>
              </a:rPr>
              <a:t>7.To know different types of locks.</a:t>
            </a:r>
            <a:br>
              <a:rPr lang="en-US" sz="2700" b="1" dirty="0">
                <a:solidFill>
                  <a:schemeClr val="tx1"/>
                </a:solidFill>
              </a:rPr>
            </a:br>
            <a:r>
              <a:rPr lang="en-US" sz="2700" b="1" dirty="0">
                <a:solidFill>
                  <a:schemeClr val="tx1"/>
                </a:solidFill>
              </a:rPr>
              <a:t>8. To make a J</a:t>
            </a:r>
            <a:r>
              <a:rPr lang="en-US" sz="2700" b="1" dirty="0" smtClean="0">
                <a:solidFill>
                  <a:schemeClr val="tx1"/>
                </a:solidFill>
              </a:rPr>
              <a:t>ewelry Box</a:t>
            </a:r>
            <a:r>
              <a:rPr lang="en-US" sz="2700" b="1" dirty="0">
                <a:solidFill>
                  <a:schemeClr val="tx1"/>
                </a:solidFill>
              </a:rPr>
              <a:t>.</a:t>
            </a:r>
            <a:br>
              <a:rPr lang="en-US" sz="2700" b="1" dirty="0">
                <a:solidFill>
                  <a:schemeClr val="tx1"/>
                </a:solidFill>
              </a:rPr>
            </a:br>
            <a:endParaRPr lang="en-GB" sz="2700" dirty="0">
              <a:solidFill>
                <a:schemeClr val="tx1"/>
              </a:solidFill>
            </a:endParaRPr>
          </a:p>
        </p:txBody>
      </p:sp>
    </p:spTree>
    <p:extLst>
      <p:ext uri="{BB962C8B-B14F-4D97-AF65-F5344CB8AC3E}">
        <p14:creationId xmlns:p14="http://schemas.microsoft.com/office/powerpoint/2010/main" val="3125501905"/>
      </p:ext>
    </p:extLst>
  </p:cSld>
  <p:clrMapOvr>
    <a:masterClrMapping/>
  </p:clrMapOvr>
  <p:timing>
    <p:tnLst>
      <p:par>
        <p:cTn id="1" dur="indefinite" restart="never" nodeType="tmRoot"/>
      </p:par>
    </p:tnLst>
  </p:timing>
</p:sld>
</file>

<file path=ppt/theme/theme1.xml><?xml version="1.0" encoding="utf-8"?>
<a:theme xmlns:a="http://schemas.openxmlformats.org/drawingml/2006/main" name="Facet">
  <a:themeElements>
    <a:clrScheme name="Facet">
      <a:dk1>
        <a:sysClr val="windowText" lastClr="000000"/>
      </a:dk1>
      <a:lt1>
        <a:sysClr val="window" lastClr="FFFFFF"/>
      </a:lt1>
      <a:dk2>
        <a:srgbClr val="2C3C43"/>
      </a:dk2>
      <a:lt2>
        <a:srgbClr val="EBEBEB"/>
      </a:lt2>
      <a:accent1>
        <a:srgbClr val="90C226"/>
      </a:accent1>
      <a:accent2>
        <a:srgbClr val="54A021"/>
      </a:accent2>
      <a:accent3>
        <a:srgbClr val="E6B91E"/>
      </a:accent3>
      <a:accent4>
        <a:srgbClr val="E76618"/>
      </a:accent4>
      <a:accent5>
        <a:srgbClr val="C42F1A"/>
      </a:accent5>
      <a:accent6>
        <a:srgbClr val="918655"/>
      </a:accent6>
      <a:hlink>
        <a:srgbClr val="99CA3C"/>
      </a:hlink>
      <a:folHlink>
        <a:srgbClr val="B9D181"/>
      </a:folHlink>
    </a:clrScheme>
    <a:fontScheme name="Facet">
      <a:majorFont>
        <a:latin typeface="Trebuchet MS" panose="020B0603020202020204"/>
        <a:ea typeface=""/>
        <a:cs typeface=""/>
        <a:font script="Jpan" typeface="メイリオ"/>
        <a:font script="Hang" typeface="맑은 고딕"/>
        <a:font script="Hans" typeface="方正姚体"/>
        <a:font script="Hant" typeface="微軟正黑體"/>
        <a:font script="Arab" typeface="Tahoma"/>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Trebuchet MS" panose="020B0603020202020204"/>
        <a:ea typeface=""/>
        <a:cs typeface=""/>
        <a:font script="Jpan" typeface="メイリオ"/>
        <a:font script="Hang" typeface="HY그래픽M"/>
        <a:font script="Hans" typeface="华文新魏"/>
        <a:font script="Hant" typeface="微軟正黑體"/>
        <a:font script="Arab" typeface="Tahoma"/>
        <a:font script="Hebr" typeface="Gisha"/>
        <a:font script="Thai" typeface="Iris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Facet">
      <a:fillStyleLst>
        <a:solidFill>
          <a:schemeClr val="phClr"/>
        </a:solidFill>
        <a:gradFill rotWithShape="1">
          <a:gsLst>
            <a:gs pos="0">
              <a:schemeClr val="phClr">
                <a:tint val="65000"/>
                <a:lumMod val="110000"/>
              </a:schemeClr>
            </a:gs>
            <a:gs pos="88000">
              <a:schemeClr val="phClr">
                <a:tint val="90000"/>
              </a:schemeClr>
            </a:gs>
          </a:gsLst>
          <a:lin ang="5400000" scaled="0"/>
        </a:gradFill>
        <a:gradFill rotWithShape="1">
          <a:gsLst>
            <a:gs pos="0">
              <a:schemeClr val="phClr">
                <a:tint val="96000"/>
                <a:lumMod val="100000"/>
              </a:schemeClr>
            </a:gs>
            <a:gs pos="78000">
              <a:schemeClr val="phClr">
                <a:shade val="94000"/>
                <a:lumMod val="94000"/>
              </a:schemeClr>
            </a:gs>
          </a:gsLst>
          <a:lin ang="5400000" scaled="0"/>
        </a:gradFill>
      </a:fillStyleLst>
      <a:lnStyleLst>
        <a:ln w="12700" cap="rnd" cmpd="sng" algn="ctr">
          <a:solidFill>
            <a:schemeClr val="phClr"/>
          </a:solidFill>
          <a:prstDash val="solid"/>
        </a:ln>
        <a:ln w="19050" cap="rnd" cmpd="sng" algn="ctr">
          <a:solidFill>
            <a:schemeClr val="phClr"/>
          </a:solidFill>
          <a:prstDash val="solid"/>
        </a:ln>
        <a:ln w="25400" cap="rnd" cmpd="sng" algn="ctr">
          <a:solidFill>
            <a:schemeClr val="phClr"/>
          </a:solidFill>
          <a:prstDash val="solid"/>
        </a:ln>
      </a:lnStyleLst>
      <a:effectStyleLst>
        <a:effectStyle>
          <a:effectLst/>
        </a:effectStyle>
        <a:effectStyle>
          <a:effectLst>
            <a:outerShdw blurRad="38100" dist="25400" dir="5400000" rotWithShape="0">
              <a:srgbClr val="000000">
                <a:alpha val="35000"/>
              </a:srgbClr>
            </a:outerShdw>
          </a:effectLst>
        </a:effectStyle>
        <a:effectStyle>
          <a:effectLst>
            <a:outerShdw blurRad="50800" dist="38100" dir="5400000" rotWithShape="0">
              <a:srgbClr val="000000">
                <a:alpha val="35000"/>
              </a:srgbClr>
            </a:outerShdw>
          </a:effectLst>
          <a:scene3d>
            <a:camera prst="orthographicFront">
              <a:rot lat="0" lon="0" rev="0"/>
            </a:camera>
            <a:lightRig rig="threePt" dir="tl"/>
          </a:scene3d>
          <a:sp3d prstMaterial="plastic">
            <a:bevelT w="0" h="0"/>
          </a:sp3d>
        </a:effectStyle>
      </a:effectStyleLst>
      <a:bgFillStyleLst>
        <a:solidFill>
          <a:schemeClr val="phClr"/>
        </a:solidFill>
        <a:gradFill rotWithShape="1">
          <a:gsLst>
            <a:gs pos="0">
              <a:schemeClr val="phClr">
                <a:tint val="90000"/>
                <a:lumMod val="104000"/>
              </a:schemeClr>
            </a:gs>
            <a:gs pos="94000">
              <a:schemeClr val="phClr">
                <a:shade val="96000"/>
                <a:lumMod val="82000"/>
              </a:schemeClr>
            </a:gs>
          </a:gsLst>
          <a:lin ang="5400000" scaled="0"/>
        </a:gradFill>
        <a:gradFill rotWithShape="1">
          <a:gsLst>
            <a:gs pos="0">
              <a:schemeClr val="phClr">
                <a:tint val="90000"/>
                <a:lumMod val="110000"/>
              </a:schemeClr>
            </a:gs>
            <a:gs pos="100000">
              <a:schemeClr val="phClr">
                <a:shade val="94000"/>
                <a:lumMod val="96000"/>
              </a:schemeClr>
            </a:gs>
          </a:gsLst>
          <a:path path="circle">
            <a:fillToRect l="50000" t="50000" r="100000" b="100000"/>
          </a:path>
        </a:gradFill>
      </a:bgFillStyleLst>
    </a:fmtScheme>
  </a:themeElements>
  <a:objectDefaults/>
  <a:extraClrSchemeLst/>
  <a:extLst>
    <a:ext uri="{05A4C25C-085E-4340-85A3-A5531E510DB2}">
      <thm15:themeFamily xmlns:thm15="http://schemas.microsoft.com/office/thememl/2012/main" name="Facet" id="{C0C680CD-088A-49FC-A102-D699147F32B2}" vid="{CFBC31BA-B70F-4F30-BCAA-4F3011E16C4D}"/>
    </a:ext>
  </a:extLst>
</a:theme>
</file>

<file path=docProps/app.xml><?xml version="1.0" encoding="utf-8"?>
<Properties xmlns="http://schemas.openxmlformats.org/officeDocument/2006/extended-properties" xmlns:vt="http://schemas.openxmlformats.org/officeDocument/2006/docPropsVTypes">
  <Template>Facet</Template>
  <TotalTime>2638</TotalTime>
  <Words>91</Words>
  <Application>Microsoft Office PowerPoint</Application>
  <PresentationFormat>On-screen Show (4:3)</PresentationFormat>
  <Paragraphs>15</Paragraphs>
  <Slides>3</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3</vt:i4>
      </vt:variant>
    </vt:vector>
  </HeadingPairs>
  <TitlesOfParts>
    <vt:vector size="7" baseType="lpstr">
      <vt:lpstr>Arial</vt:lpstr>
      <vt:lpstr>Trebuchet MS</vt:lpstr>
      <vt:lpstr>Wingdings 3</vt:lpstr>
      <vt:lpstr>Facet</vt:lpstr>
      <vt:lpstr>PowerPoint Presentation</vt:lpstr>
      <vt:lpstr>   Maintenance Year 4</vt:lpstr>
      <vt:lpstr>Overview of Maintenance - Maintenance management is vital in ensuring the long term    success of your maintenance program by monitoring quality    assurance, maintaining operational efficiency and keeping   assets in optimum running order.  - Properly maintained assets and resources keep your   production stable and greatly minimize the chances for unplanned  downtime. At the end of the term learners should be able to:   1. Apply safety rules in the workshop. 2. Name or identify marking and cutting hand tools. 3. To know the uses of making and cutting hand tools. 4. Maintain hand and power tools or machines. 5. To know different types and sizes of sandpapers. 6. To different types of hinges. 7.To know different types of locks. 8. To make a Jewelry Box. </vt:lpstr>
    </vt:vector>
  </TitlesOfParts>
  <Company/>
  <LinksUpToDate>false</LinksUpToDate>
  <SharedDoc>false</SharedDoc>
  <HyperlinksChanged>false</HyperlinksChanged>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Maintenance Year 2</dc:title>
  <dc:creator>Dr. MP Mazibuko</dc:creator>
  <cp:lastModifiedBy>Dr. MP Mazibuko</cp:lastModifiedBy>
  <cp:revision>195</cp:revision>
  <cp:lastPrinted>2023-10-11T06:37:44Z</cp:lastPrinted>
  <dcterms:created xsi:type="dcterms:W3CDTF">2022-08-25T11:18:17Z</dcterms:created>
  <dcterms:modified xsi:type="dcterms:W3CDTF">2024-03-05T06:34:14Z</dcterms:modified>
</cp:coreProperties>
</file>