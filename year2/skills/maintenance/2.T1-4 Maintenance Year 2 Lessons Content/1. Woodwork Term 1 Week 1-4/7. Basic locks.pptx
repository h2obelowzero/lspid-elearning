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72" r:id="rId3"/>
    <p:sldId id="271" r:id="rId4"/>
    <p:sldId id="269" r:id="rId5"/>
    <p:sldId id="270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43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6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58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5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5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7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1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2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8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8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2304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46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1964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2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7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6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30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1325563"/>
          </a:xfrm>
        </p:spPr>
        <p:txBody>
          <a:bodyPr/>
          <a:lstStyle/>
          <a:p>
            <a:r>
              <a:rPr lang="en-US" b="1" u="sng" dirty="0" smtClean="0"/>
              <a:t>Basic locks.</a:t>
            </a:r>
            <a:br>
              <a:rPr lang="en-US" b="1" u="sng" dirty="0" smtClean="0"/>
            </a:br>
            <a:r>
              <a:rPr lang="en-US" b="1" dirty="0"/>
              <a:t> </a:t>
            </a:r>
            <a:r>
              <a:rPr lang="en-US" sz="2000" b="1" u="sng" dirty="0" smtClean="0"/>
              <a:t>Definition</a:t>
            </a:r>
            <a:r>
              <a:rPr lang="en-US" sz="2000" b="1" dirty="0" smtClean="0"/>
              <a:t> : A hinge is a moving joint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5016"/>
            <a:ext cx="12192000" cy="5392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u="sng" dirty="0" smtClean="0"/>
              <a:t>Different types of locks</a:t>
            </a:r>
          </a:p>
          <a:p>
            <a:pPr marL="0" indent="0">
              <a:buNone/>
            </a:pPr>
            <a:r>
              <a:rPr lang="en-US" sz="2400" b="1" dirty="0" smtClean="0"/>
              <a:t>1. </a:t>
            </a:r>
            <a:r>
              <a:rPr lang="en-US" sz="2400" b="1" u="sng" dirty="0" smtClean="0"/>
              <a:t>Disc padlock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600" b="1" dirty="0" smtClean="0"/>
              <a:t>2. </a:t>
            </a:r>
            <a:r>
              <a:rPr lang="en-US" sz="2600" b="1" u="sng" dirty="0" smtClean="0"/>
              <a:t>Cable lock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42" y="2428902"/>
            <a:ext cx="1609860" cy="17326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584" y="4575446"/>
            <a:ext cx="1725318" cy="172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045824" cy="68500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 smtClean="0"/>
              <a:t>3. </a:t>
            </a:r>
            <a:r>
              <a:rPr lang="en-US" sz="9600" b="1" u="sng" dirty="0" smtClean="0"/>
              <a:t>Remote lock</a:t>
            </a:r>
          </a:p>
          <a:p>
            <a:pPr marL="514350" indent="-514350"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sz="6200" u="sng" dirty="0" smtClean="0"/>
          </a:p>
          <a:p>
            <a:pPr marL="0" indent="0">
              <a:buNone/>
            </a:pPr>
            <a:r>
              <a:rPr lang="en-US" sz="9600" b="1" dirty="0" smtClean="0"/>
              <a:t>4. </a:t>
            </a:r>
            <a:r>
              <a:rPr lang="en-US" sz="9600" b="1" u="sng" dirty="0" smtClean="0"/>
              <a:t>Night latch brass lock</a:t>
            </a:r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r>
              <a:rPr lang="en-US" sz="9600" b="1" dirty="0" smtClean="0"/>
              <a:t>5. </a:t>
            </a:r>
            <a:r>
              <a:rPr lang="en-US" sz="9600" b="1" u="sng" dirty="0" smtClean="0"/>
              <a:t>Lever lockset</a:t>
            </a:r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sz="9600" b="1" dirty="0" smtClean="0"/>
              <a:t>6. </a:t>
            </a:r>
            <a:r>
              <a:rPr lang="en-US" sz="9600" b="1" u="sng" dirty="0" smtClean="0"/>
              <a:t>Cylinder lock</a:t>
            </a:r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42" y="437882"/>
            <a:ext cx="1348356" cy="11310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3818" r="-12812"/>
          <a:stretch/>
        </p:blipFill>
        <p:spPr>
          <a:xfrm rot="5400000">
            <a:off x="1889482" y="1816862"/>
            <a:ext cx="1094707" cy="14291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742728" y="3598861"/>
            <a:ext cx="1122365" cy="11632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l="23400" t="6583" r="32768" b="855"/>
          <a:stretch/>
        </p:blipFill>
        <p:spPr>
          <a:xfrm rot="5400000">
            <a:off x="1802270" y="5041018"/>
            <a:ext cx="890868" cy="180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4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1325563"/>
          </a:xfrm>
        </p:spPr>
        <p:txBody>
          <a:bodyPr/>
          <a:lstStyle/>
          <a:p>
            <a:r>
              <a:rPr lang="en-US" b="1" u="sng" dirty="0" smtClean="0"/>
              <a:t>Adhesives</a:t>
            </a:r>
            <a:br>
              <a:rPr lang="en-US" b="1" u="sng" dirty="0" smtClean="0"/>
            </a:br>
            <a:r>
              <a:rPr lang="en-US" sz="2400" b="1" u="sng" dirty="0" smtClean="0"/>
              <a:t>Definition</a:t>
            </a:r>
            <a:r>
              <a:rPr lang="en-US" sz="2400" b="1" dirty="0" smtClean="0"/>
              <a:t> : an adhesive substance used to stick objects </a:t>
            </a:r>
            <a:r>
              <a:rPr lang="en-US" sz="2400" b="1" smtClean="0"/>
              <a:t>or materials.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5016"/>
            <a:ext cx="11353799" cy="51418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 smtClean="0"/>
              <a:t>Different types of adhesive</a:t>
            </a:r>
            <a:endParaRPr lang="en-US" sz="2400" b="1" u="sng" dirty="0"/>
          </a:p>
          <a:p>
            <a:pPr marL="0" indent="0">
              <a:buNone/>
            </a:pPr>
            <a:r>
              <a:rPr lang="en-US" dirty="0" smtClean="0"/>
              <a:t>- Superglue</a:t>
            </a:r>
          </a:p>
          <a:p>
            <a:pPr marL="0" indent="0">
              <a:buNone/>
            </a:pPr>
            <a:r>
              <a:rPr lang="en-US" dirty="0" smtClean="0"/>
              <a:t>- White glue or wood glue</a:t>
            </a:r>
          </a:p>
          <a:p>
            <a:pPr marL="0" indent="0">
              <a:buNone/>
            </a:pPr>
            <a:r>
              <a:rPr lang="en-US" dirty="0" smtClean="0"/>
              <a:t>- General construction glue</a:t>
            </a:r>
          </a:p>
          <a:p>
            <a:pPr marL="0" indent="0">
              <a:buNone/>
            </a:pPr>
            <a:r>
              <a:rPr lang="en-US" dirty="0" smtClean="0"/>
              <a:t>- Epoxies</a:t>
            </a:r>
          </a:p>
          <a:p>
            <a:pPr marL="0" indent="0">
              <a:buNone/>
            </a:pPr>
            <a:r>
              <a:rPr lang="en-US" dirty="0" smtClean="0"/>
              <a:t>- Craft glue</a:t>
            </a:r>
          </a:p>
          <a:p>
            <a:pPr marL="0" indent="0">
              <a:buNone/>
            </a:pPr>
            <a:r>
              <a:rPr lang="en-US" sz="2400" u="sng" dirty="0" smtClean="0">
                <a:solidFill>
                  <a:schemeClr val="accent1"/>
                </a:solidFill>
              </a:rPr>
              <a:t>Demonstration Video</a:t>
            </a:r>
            <a:r>
              <a:rPr lang="en-US" dirty="0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Locks </a:t>
            </a:r>
            <a:r>
              <a:rPr lang="en-US" smtClean="0"/>
              <a:t>Video </a:t>
            </a:r>
            <a:r>
              <a:rPr lang="en-US" smtClean="0"/>
              <a:t>     –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Adhesive</a:t>
            </a:r>
            <a:r>
              <a:rPr lang="en-US" dirty="0" smtClean="0"/>
              <a:t> </a:t>
            </a:r>
            <a:r>
              <a:rPr lang="en-US" dirty="0" smtClean="0"/>
              <a:t>Video -</a:t>
            </a:r>
            <a:endParaRPr lang="en-US" dirty="0"/>
          </a:p>
          <a:p>
            <a:pPr marL="0" indent="0">
              <a:buNone/>
            </a:pPr>
            <a:r>
              <a:rPr lang="en-US" sz="2000" u="sng" dirty="0" smtClean="0"/>
              <a:t>Feedback</a:t>
            </a:r>
            <a:r>
              <a:rPr lang="en-US" sz="2000" dirty="0" smtClean="0"/>
              <a:t> : Activity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: Maintenance					</a:t>
            </a:r>
            <a:r>
              <a:rPr lang="en-US" sz="2700" smtClean="0"/>
              <a:t>	        Marks : </a:t>
            </a:r>
            <a:r>
              <a:rPr lang="en-US" sz="2700" dirty="0" smtClean="0"/>
              <a:t>15</a:t>
            </a:r>
            <a:br>
              <a:rPr lang="en-US" sz="2700" dirty="0" smtClean="0"/>
            </a:br>
            <a:r>
              <a:rPr lang="en-US" sz="2700" dirty="0" smtClean="0"/>
              <a:t>Grade	</a:t>
            </a:r>
            <a:r>
              <a:rPr lang="en-US" sz="2700" smtClean="0"/>
              <a:t>   : </a:t>
            </a:r>
            <a:r>
              <a:rPr lang="en-US" sz="2700" dirty="0" smtClean="0"/>
              <a:t>Year 2 						             Time  :  30mins</a:t>
            </a:r>
            <a:br>
              <a:rPr lang="en-US" sz="2700" dirty="0" smtClean="0"/>
            </a:br>
            <a:r>
              <a:rPr lang="en-US" sz="2700" smtClean="0"/>
              <a:t>Date    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Name the following hinges.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	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  4. ______________________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349" y="2974351"/>
            <a:ext cx="1616518" cy="1220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374650">
            <a:off x="1671870" y="2816296"/>
            <a:ext cx="1289500" cy="12935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307" y="4929856"/>
            <a:ext cx="1597290" cy="12924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927" y="4799362"/>
            <a:ext cx="1645618" cy="108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  								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dirty="0" smtClean="0"/>
              <a:t>					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7. __________________ 								8.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 __________________ 				                          10.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			(10)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58" y="4175708"/>
            <a:ext cx="1193680" cy="11936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20882">
            <a:off x="6549606" y="50471"/>
            <a:ext cx="1761897" cy="13412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617" y="379908"/>
            <a:ext cx="1345851" cy="11141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477" y="2045549"/>
            <a:ext cx="1260722" cy="11025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799596">
            <a:off x="1331384" y="2082285"/>
            <a:ext cx="1106433" cy="11064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4337" y="4061513"/>
            <a:ext cx="1439623" cy="107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24859"/>
            <a:ext cx="12192000" cy="5592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u="sng" dirty="0" smtClean="0"/>
              <a:t>Question : 2</a:t>
            </a:r>
          </a:p>
          <a:p>
            <a:pPr marL="514350" indent="-514350">
              <a:buAutoNum type="arabicPeriod"/>
            </a:pPr>
            <a:r>
              <a:rPr lang="en-US" dirty="0" smtClean="0"/>
              <a:t>Name five types of adhesive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a. __________________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b. __________________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c. __________________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d. __________________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e. __________________</a:t>
            </a:r>
          </a:p>
          <a:p>
            <a:pPr marL="0" indent="0">
              <a:buNone/>
            </a:pPr>
            <a:r>
              <a:rPr lang="en-US" dirty="0" smtClean="0"/>
              <a:t>											(5)</a:t>
            </a:r>
          </a:p>
        </p:txBody>
      </p:sp>
    </p:spTree>
    <p:extLst>
      <p:ext uri="{BB962C8B-B14F-4D97-AF65-F5344CB8AC3E}">
        <p14:creationId xmlns:p14="http://schemas.microsoft.com/office/powerpoint/2010/main" val="218483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806598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u="sng" dirty="0" smtClean="0"/>
              <a:t>Feedback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Activity </a:t>
            </a:r>
            <a:r>
              <a:rPr lang="en-US" dirty="0"/>
              <a:t>: </a:t>
            </a:r>
            <a:r>
              <a:rPr lang="en-US"/>
              <a:t>Worksheet </a:t>
            </a:r>
            <a:r>
              <a:rPr lang="en-US" smtClean="0"/>
              <a:t>8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Practical lesson or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9683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sz="4000" u="sng" dirty="0" smtClean="0"/>
              <a:t>Jewelry box</a:t>
            </a:r>
            <a:endParaRPr lang="en-US" sz="4000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89" y="2437650"/>
            <a:ext cx="4906849" cy="490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336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622</TotalTime>
  <Words>115</Words>
  <Application>Microsoft Office PowerPoint</Application>
  <PresentationFormat>Widescreen</PresentationFormat>
  <Paragraphs>98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Basic locks.  Definition : A hinge is a moving joint</vt:lpstr>
      <vt:lpstr>PowerPoint Presentation</vt:lpstr>
      <vt:lpstr>Adhesives Definition : an adhesive substance used to stick objects or materials.</vt:lpstr>
      <vt:lpstr>Kwa Thema Skills School Subject  : Maintenance              Marks : 15 Grade    : Year 2                    Time  :  30mins Date      :</vt:lpstr>
      <vt:lpstr>PowerPoint Presentation</vt:lpstr>
      <vt:lpstr>PowerPoint Presentation</vt:lpstr>
      <vt:lpstr> Feedback  Activity : Worksheet 8  Practical lesson or Project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100</cp:revision>
  <dcterms:created xsi:type="dcterms:W3CDTF">2022-08-25T11:18:17Z</dcterms:created>
  <dcterms:modified xsi:type="dcterms:W3CDTF">2024-03-04T08:54:53Z</dcterms:modified>
</cp:coreProperties>
</file>