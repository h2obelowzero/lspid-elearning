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2" r:id="rId3"/>
    <p:sldId id="273" r:id="rId4"/>
    <p:sldId id="274" r:id="rId5"/>
    <p:sldId id="275" r:id="rId6"/>
    <p:sldId id="269" r:id="rId7"/>
    <p:sldId id="270" r:id="rId8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1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0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9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5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9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3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9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4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0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83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5919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48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4223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85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21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9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5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338"/>
            <a:ext cx="11536786" cy="1401561"/>
          </a:xfrm>
        </p:spPr>
        <p:txBody>
          <a:bodyPr/>
          <a:lstStyle/>
          <a:p>
            <a:r>
              <a:rPr lang="en-US" b="1" u="sng" dirty="0" smtClean="0"/>
              <a:t>Basic Hinges.</a:t>
            </a:r>
            <a:br>
              <a:rPr lang="en-US" b="1" u="sng" dirty="0" smtClean="0"/>
            </a:br>
            <a:r>
              <a:rPr lang="en-US" b="1" dirty="0"/>
              <a:t> </a:t>
            </a:r>
            <a:r>
              <a:rPr lang="en-US" sz="2000" b="1" u="sng" dirty="0" smtClean="0"/>
              <a:t>Definition</a:t>
            </a:r>
            <a:r>
              <a:rPr lang="en-US" sz="2000" b="1" dirty="0" smtClean="0"/>
              <a:t> : A hinge is a moving joint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2192000" cy="53929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100" b="1" u="sng" dirty="0" smtClean="0"/>
              <a:t>Different types of hinges</a:t>
            </a:r>
          </a:p>
          <a:p>
            <a:pPr marL="0" indent="0">
              <a:buNone/>
            </a:pPr>
            <a:r>
              <a:rPr lang="en-US" sz="3100" b="1" dirty="0" smtClean="0"/>
              <a:t>1. </a:t>
            </a:r>
            <a:r>
              <a:rPr lang="en-US" sz="3100" b="1" u="sng" dirty="0" smtClean="0"/>
              <a:t>Butt or Mortise hinge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600" dirty="0" smtClean="0"/>
              <a:t>-It is used for </a:t>
            </a:r>
            <a:r>
              <a:rPr lang="en-US" sz="2600" u="sng" dirty="0" smtClean="0"/>
              <a:t>locks</a:t>
            </a:r>
            <a:r>
              <a:rPr lang="en-US" sz="2600" dirty="0" smtClean="0"/>
              <a:t>, windows, cabinets etc.</a:t>
            </a:r>
          </a:p>
          <a:p>
            <a:pPr marL="0" indent="0">
              <a:buNone/>
            </a:pPr>
            <a:r>
              <a:rPr lang="en-US" sz="3400" dirty="0" smtClean="0"/>
              <a:t>2. </a:t>
            </a:r>
            <a:r>
              <a:rPr lang="en-US" sz="3400" u="sng" dirty="0" smtClean="0"/>
              <a:t>Barrel hinge</a:t>
            </a:r>
          </a:p>
          <a:p>
            <a:pPr marL="0" indent="0">
              <a:buNone/>
            </a:pPr>
            <a:endParaRPr lang="en-US" sz="34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dirty="0" smtClean="0"/>
              <a:t>- It is used for </a:t>
            </a:r>
            <a:r>
              <a:rPr lang="en-US" sz="2600" u="sng" dirty="0" smtClean="0"/>
              <a:t>gates</a:t>
            </a:r>
            <a:r>
              <a:rPr lang="en-US" sz="2600" dirty="0" smtClean="0"/>
              <a:t>.</a:t>
            </a:r>
          </a:p>
          <a:p>
            <a:pPr>
              <a:buFontTx/>
              <a:buChar char="-"/>
            </a:pPr>
            <a:endParaRPr lang="en-US" sz="26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038" y="2258333"/>
            <a:ext cx="1317941" cy="10644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168" y="4248337"/>
            <a:ext cx="1097682" cy="90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</a:t>
            </a:r>
            <a:r>
              <a:rPr lang="en-US" sz="2400" b="1" dirty="0" smtClean="0"/>
              <a:t>. </a:t>
            </a:r>
            <a:r>
              <a:rPr lang="en-US" sz="2400" b="1" u="sng" dirty="0" smtClean="0"/>
              <a:t>Piano hinge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for </a:t>
            </a:r>
            <a:r>
              <a:rPr lang="en-US" sz="1600" u="sng" dirty="0" smtClean="0"/>
              <a:t>cover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4. </a:t>
            </a:r>
            <a:r>
              <a:rPr lang="en-US" sz="2400" b="1" u="sng" dirty="0" smtClean="0"/>
              <a:t>Butterfly hinge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for </a:t>
            </a:r>
            <a:r>
              <a:rPr lang="en-US" sz="1600" u="sng" dirty="0" smtClean="0"/>
              <a:t>boxes</a:t>
            </a:r>
            <a:r>
              <a:rPr lang="en-US" sz="1600" dirty="0" smtClean="0"/>
              <a:t>, and </a:t>
            </a:r>
            <a:r>
              <a:rPr lang="en-US" sz="1600" u="sng" dirty="0" smtClean="0"/>
              <a:t>cabinets</a:t>
            </a:r>
            <a:r>
              <a:rPr lang="en-US" sz="1600" dirty="0" smtClean="0"/>
              <a:t> of general furniture.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76" y="427838"/>
            <a:ext cx="1940801" cy="19408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76852" y="3475417"/>
            <a:ext cx="1581150" cy="2095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26" y="427838"/>
            <a:ext cx="2018151" cy="194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4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5. </a:t>
            </a:r>
            <a:r>
              <a:rPr lang="en-US" sz="2400" b="1" u="sng" dirty="0" smtClean="0"/>
              <a:t>Flush hinge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in </a:t>
            </a:r>
            <a:r>
              <a:rPr lang="en-US" sz="1600" u="sng" dirty="0" smtClean="0"/>
              <a:t>cupboards</a:t>
            </a:r>
            <a:r>
              <a:rPr lang="en-US" sz="1600" dirty="0" smtClean="0"/>
              <a:t> and </a:t>
            </a:r>
            <a:r>
              <a:rPr lang="en-US" sz="1600" u="sng" dirty="0" smtClean="0"/>
              <a:t>doors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2400" b="1" dirty="0" smtClean="0"/>
              <a:t>6. </a:t>
            </a:r>
            <a:r>
              <a:rPr lang="en-US" sz="2400" b="1" u="sng" dirty="0" smtClean="0"/>
              <a:t>Pivot hinge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in </a:t>
            </a:r>
            <a:r>
              <a:rPr lang="en-US" sz="1600" u="sng" dirty="0" smtClean="0"/>
              <a:t>overlays doors</a:t>
            </a:r>
            <a:r>
              <a:rPr lang="en-US" sz="1600" dirty="0" smtClean="0"/>
              <a:t>.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994" y="496910"/>
            <a:ext cx="1764406" cy="17644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918" y="3858557"/>
            <a:ext cx="1764406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3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7</a:t>
            </a:r>
            <a:r>
              <a:rPr lang="en-US" sz="2400" b="1" dirty="0" smtClean="0"/>
              <a:t>. </a:t>
            </a:r>
            <a:r>
              <a:rPr lang="en-US" sz="2400" b="1" u="sng" dirty="0" smtClean="0"/>
              <a:t>Bullet hinge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in </a:t>
            </a:r>
            <a:r>
              <a:rPr lang="en-US" sz="1600" u="sng" dirty="0" smtClean="0"/>
              <a:t>heavy doors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8. </a:t>
            </a:r>
            <a:r>
              <a:rPr lang="en-US" sz="2400" b="1" u="sng" dirty="0" smtClean="0"/>
              <a:t>Spring hinge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where doors are required to </a:t>
            </a:r>
            <a:r>
              <a:rPr lang="en-US" sz="1600" u="sng" dirty="0" smtClean="0"/>
              <a:t>close</a:t>
            </a:r>
            <a:r>
              <a:rPr lang="en-US" sz="1600" dirty="0" smtClean="0"/>
              <a:t> on their own.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66" y="3541691"/>
            <a:ext cx="2018693" cy="1536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66" y="476869"/>
            <a:ext cx="1837440" cy="183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5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9. </a:t>
            </a:r>
            <a:r>
              <a:rPr lang="en-US" sz="2400" b="1" u="sng" dirty="0" smtClean="0"/>
              <a:t>Stable hinge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in </a:t>
            </a:r>
            <a:r>
              <a:rPr lang="en-US" sz="1600" u="sng" dirty="0" smtClean="0"/>
              <a:t>big heavy doors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10. </a:t>
            </a:r>
            <a:r>
              <a:rPr lang="en-US" sz="2400" b="1" u="sng" dirty="0" smtClean="0"/>
              <a:t>Concealed hinge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It is used where </a:t>
            </a:r>
            <a:r>
              <a:rPr lang="en-US" sz="1600" u="sng" dirty="0" smtClean="0"/>
              <a:t>doors </a:t>
            </a:r>
            <a:r>
              <a:rPr lang="en-US" sz="1600" dirty="0" smtClean="0"/>
              <a:t>are required to close on their own.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sz="2400" dirty="0" smtClean="0">
                <a:solidFill>
                  <a:schemeClr val="accent1"/>
                </a:solidFill>
              </a:rPr>
              <a:t> </a:t>
            </a:r>
            <a:r>
              <a:rPr lang="en-US" sz="2400" dirty="0" smtClean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endParaRPr lang="en-US" dirty="0"/>
          </a:p>
          <a:p>
            <a:pPr marL="0" indent="0">
              <a:buNone/>
            </a:pPr>
            <a:r>
              <a:rPr lang="en-US" u="sng" smtClean="0"/>
              <a:t>Feedback </a:t>
            </a:r>
            <a:r>
              <a:rPr lang="en-US" dirty="0" smtClean="0"/>
              <a:t>: Activity :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93" y="577943"/>
            <a:ext cx="1994073" cy="14955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32741" y="2475024"/>
            <a:ext cx="15811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6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05343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Marks: 10</a:t>
            </a:r>
            <a:br>
              <a:rPr lang="en-US" sz="2700" dirty="0" smtClean="0"/>
            </a:br>
            <a:r>
              <a:rPr lang="en-US" sz="2700" dirty="0" smtClean="0"/>
              <a:t>Grade	    : Year 2 						             Time  :  30mins</a:t>
            </a:r>
            <a:br>
              <a:rPr lang="en-US" sz="2700" dirty="0" smtClean="0"/>
            </a:br>
            <a:r>
              <a:rPr lang="en-US" sz="2700" dirty="0" smtClean="0"/>
              <a:t>Date  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hinges.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655759" y="2123585"/>
            <a:ext cx="1474133" cy="2237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63" y="4792284"/>
            <a:ext cx="1654926" cy="12411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237" y="4792284"/>
            <a:ext cx="1285509" cy="12855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690" y="2760349"/>
            <a:ext cx="1761897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   (10)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15" y="193184"/>
            <a:ext cx="1449928" cy="12679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6" y="2097696"/>
            <a:ext cx="2176529" cy="1331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921194">
            <a:off x="6203831" y="64449"/>
            <a:ext cx="1201016" cy="12010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6397" y="2139378"/>
            <a:ext cx="1400285" cy="11156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95" y="4065514"/>
            <a:ext cx="1597290" cy="12924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364" y="3933218"/>
            <a:ext cx="1664352" cy="13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495</TotalTime>
  <Words>175</Words>
  <Application>Microsoft Office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Basic Hinges.  Definition : A hinge is a moving joint</vt:lpstr>
      <vt:lpstr>PowerPoint Presentation</vt:lpstr>
      <vt:lpstr>PowerPoint Presentation</vt:lpstr>
      <vt:lpstr>PowerPoint Presentation</vt:lpstr>
      <vt:lpstr>PowerPoint Presentation</vt:lpstr>
      <vt:lpstr>Kwa Thema Skills School Subject  : Maintenance              Marks: 10 Grade     : Year 2                    Time  :  30mins Date  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88</cp:revision>
  <cp:lastPrinted>2022-08-31T07:15:48Z</cp:lastPrinted>
  <dcterms:created xsi:type="dcterms:W3CDTF">2022-08-25T11:18:17Z</dcterms:created>
  <dcterms:modified xsi:type="dcterms:W3CDTF">2024-03-04T08:52:57Z</dcterms:modified>
</cp:coreProperties>
</file>