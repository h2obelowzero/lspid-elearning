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9" r:id="rId6"/>
    <p:sldId id="270" r:id="rId7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5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8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6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8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5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9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500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8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4814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40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24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0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1198224" cy="6850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u="sng" dirty="0">
                <a:solidFill>
                  <a:schemeClr val="accent1"/>
                </a:solidFill>
              </a:rPr>
              <a:t>Basic power tools and machines.</a:t>
            </a:r>
            <a:endParaRPr lang="en-US" sz="39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600" b="1" dirty="0" smtClean="0"/>
              <a:t>1. </a:t>
            </a:r>
            <a:r>
              <a:rPr lang="en-US" sz="2600" b="1" u="sng" dirty="0" smtClean="0"/>
              <a:t>Cordless </a:t>
            </a:r>
            <a:r>
              <a:rPr lang="en-US" sz="2600" b="1" u="sng" dirty="0"/>
              <a:t>h</a:t>
            </a:r>
            <a:r>
              <a:rPr lang="en-US" sz="2600" b="1" u="sng" dirty="0" smtClean="0"/>
              <a:t>and drill</a:t>
            </a:r>
          </a:p>
          <a:p>
            <a:pPr marL="514350" indent="-514350">
              <a:buAutoNum type="arabicPeriod"/>
            </a:pPr>
            <a:endParaRPr lang="en-US" sz="2600" u="sng" dirty="0"/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>
              <a:buFontTx/>
              <a:buChar char="-"/>
            </a:pPr>
            <a:endParaRPr lang="en-US" sz="2600" dirty="0" smtClean="0"/>
          </a:p>
          <a:p>
            <a:pPr marL="0" indent="0">
              <a:buNone/>
            </a:pPr>
            <a:r>
              <a:rPr lang="en-US" sz="1700" dirty="0" smtClean="0"/>
              <a:t>- It is used for </a:t>
            </a:r>
            <a:r>
              <a:rPr lang="en-US" sz="1700" u="sng" dirty="0" smtClean="0"/>
              <a:t>loosening</a:t>
            </a:r>
            <a:r>
              <a:rPr lang="en-US" sz="1700" dirty="0" smtClean="0"/>
              <a:t> and </a:t>
            </a:r>
            <a:r>
              <a:rPr lang="en-US" sz="1700" u="sng" dirty="0" smtClean="0"/>
              <a:t>tightening</a:t>
            </a:r>
            <a:r>
              <a:rPr lang="en-US" sz="1700" dirty="0" smtClean="0"/>
              <a:t> of screws.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b="1" dirty="0" smtClean="0"/>
              <a:t>2. </a:t>
            </a:r>
            <a:r>
              <a:rPr lang="en-US" sz="2600" b="1" u="sng" dirty="0" smtClean="0"/>
              <a:t>Electric hand drill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1700" dirty="0" smtClean="0"/>
              <a:t>- It is used to </a:t>
            </a:r>
            <a:r>
              <a:rPr lang="en-US" sz="1700" u="sng" dirty="0" smtClean="0"/>
              <a:t>drills </a:t>
            </a:r>
            <a:r>
              <a:rPr lang="en-US" sz="1700" dirty="0" smtClean="0"/>
              <a:t>holes.</a:t>
            </a:r>
          </a:p>
          <a:p>
            <a:pPr>
              <a:buFontTx/>
              <a:buChar char="-"/>
            </a:pPr>
            <a:endParaRPr lang="en-US" sz="26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Cordless Drill - Driver - 18V | Fragram | LAG-MCOP16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511" y="1043323"/>
            <a:ext cx="1387388" cy="146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KITA - Rotary Hammer - Rotary Drill 6.55 Geared Chuck 370W Pistol Type | DP2010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237" y="4319003"/>
            <a:ext cx="1261963" cy="123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1020424" cy="70504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3. </a:t>
            </a:r>
            <a:r>
              <a:rPr lang="en-US" sz="2000" u="sng" dirty="0" smtClean="0"/>
              <a:t>Drill Press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    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drilling</a:t>
            </a:r>
            <a:r>
              <a:rPr lang="en-US" sz="2000" dirty="0" smtClean="0"/>
              <a:t> of holes. </a:t>
            </a:r>
          </a:p>
          <a:p>
            <a:pPr marL="0" indent="0">
              <a:buNone/>
            </a:pPr>
            <a:r>
              <a:rPr lang="en-US" sz="2000" dirty="0" smtClean="0"/>
              <a:t>4.</a:t>
            </a:r>
            <a:r>
              <a:rPr lang="en-US" sz="2000" u="sng" dirty="0"/>
              <a:t> </a:t>
            </a:r>
            <a:r>
              <a:rPr lang="en-US" sz="2000" u="sng" dirty="0" smtClean="0"/>
              <a:t>Jig Saw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cutting</a:t>
            </a:r>
            <a:r>
              <a:rPr lang="en-US" sz="2000" dirty="0" smtClean="0"/>
              <a:t> of wood.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Bench Drill Press - 350W | Fragram | LAG-MCOD4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94" y="617536"/>
            <a:ext cx="2033833" cy="194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72" name="Picture 24" descr="MAKITA | Jig Saw 18mm Orbital Action 450W | 4329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94" y="3820084"/>
            <a:ext cx="2033833" cy="203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6"/>
            <a:ext cx="12192000" cy="6850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 smtClean="0"/>
              <a:t>5. </a:t>
            </a:r>
            <a:r>
              <a:rPr lang="en-US" sz="2600" b="1" u="sng" dirty="0" smtClean="0"/>
              <a:t>Circular saw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1700" dirty="0" smtClean="0"/>
              <a:t>- It is used for </a:t>
            </a:r>
            <a:r>
              <a:rPr lang="en-US" sz="1700" u="sng" dirty="0" smtClean="0"/>
              <a:t>cutting</a:t>
            </a:r>
            <a:r>
              <a:rPr lang="en-US" sz="1700" dirty="0" smtClean="0"/>
              <a:t> of wood.</a:t>
            </a:r>
          </a:p>
          <a:p>
            <a:pPr marL="0" indent="0">
              <a:buNone/>
            </a:pPr>
            <a:r>
              <a:rPr lang="en-US" sz="2600" b="1" dirty="0" smtClean="0"/>
              <a:t>6. </a:t>
            </a:r>
            <a:r>
              <a:rPr lang="en-US" sz="2600" b="1" u="sng" dirty="0" smtClean="0"/>
              <a:t>Bending Saw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sz="1700" dirty="0" smtClean="0"/>
          </a:p>
          <a:p>
            <a:pPr marL="0" indent="0">
              <a:buNone/>
            </a:pPr>
            <a:endParaRPr lang="en-US" sz="1700" dirty="0" smtClean="0"/>
          </a:p>
          <a:p>
            <a:pPr marL="0" indent="0">
              <a:buNone/>
            </a:pPr>
            <a:r>
              <a:rPr lang="en-US" sz="1700" dirty="0" smtClean="0"/>
              <a:t>- It is used for cutting </a:t>
            </a:r>
            <a:r>
              <a:rPr lang="en-US" sz="1700" u="sng" dirty="0" smtClean="0"/>
              <a:t>wood</a:t>
            </a:r>
            <a:r>
              <a:rPr lang="en-US" sz="1700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05" y="669918"/>
            <a:ext cx="1906072" cy="15990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6" y="3432966"/>
            <a:ext cx="2556546" cy="206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198136" cy="685006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400" b="1" dirty="0" smtClean="0"/>
              <a:t>7. </a:t>
            </a:r>
            <a:r>
              <a:rPr lang="en-US" sz="7400" b="1" u="sng" dirty="0" smtClean="0"/>
              <a:t>Sanding machine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r>
              <a:rPr lang="en-US" sz="4900" dirty="0" smtClean="0"/>
              <a:t>- It </a:t>
            </a:r>
            <a:r>
              <a:rPr lang="en-US" sz="4900" dirty="0"/>
              <a:t>is used </a:t>
            </a:r>
            <a:r>
              <a:rPr lang="en-US" sz="4900" dirty="0" smtClean="0"/>
              <a:t>to </a:t>
            </a:r>
            <a:r>
              <a:rPr lang="en-US" sz="4900" u="sng" dirty="0" smtClean="0"/>
              <a:t>smooth</a:t>
            </a:r>
            <a:r>
              <a:rPr lang="en-US" sz="4900" dirty="0" smtClean="0"/>
              <a:t> surfaces.</a:t>
            </a:r>
          </a:p>
          <a:p>
            <a:pPr marL="0" indent="0">
              <a:buNone/>
            </a:pPr>
            <a:r>
              <a:rPr lang="en-US" sz="7400" b="1" dirty="0" smtClean="0"/>
              <a:t>8. </a:t>
            </a:r>
            <a:r>
              <a:rPr lang="en-US" sz="7400" b="1" u="sng" dirty="0" smtClean="0"/>
              <a:t>Router</a:t>
            </a:r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4900" dirty="0" smtClean="0"/>
              <a:t>- It is used to </a:t>
            </a:r>
            <a:r>
              <a:rPr lang="en-US" sz="4900" u="sng" dirty="0" smtClean="0"/>
              <a:t>bevel</a:t>
            </a:r>
            <a:r>
              <a:rPr lang="en-US" sz="4900" dirty="0" smtClean="0"/>
              <a:t> edges.</a:t>
            </a:r>
            <a:endParaRPr lang="en-US" sz="4900" u="sng" dirty="0" smtClean="0"/>
          </a:p>
          <a:p>
            <a:pPr marL="0" indent="0">
              <a:buNone/>
            </a:pPr>
            <a:r>
              <a:rPr lang="en-US" sz="7400" u="sng" smtClean="0">
                <a:solidFill>
                  <a:schemeClr val="accent1"/>
                </a:solidFill>
              </a:rPr>
              <a:t>Demonstration Video</a:t>
            </a:r>
            <a:r>
              <a:rPr lang="en-US" sz="7400" smtClean="0">
                <a:solidFill>
                  <a:schemeClr val="accent1"/>
                </a:solidFill>
              </a:rPr>
              <a:t> </a:t>
            </a:r>
            <a:r>
              <a:rPr lang="en-US" sz="7400" dirty="0" smtClean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6200" dirty="0" smtClean="0"/>
              <a:t>-</a:t>
            </a:r>
            <a:endParaRPr lang="en-US" sz="6200" dirty="0"/>
          </a:p>
          <a:p>
            <a:pPr marL="0" indent="0">
              <a:buNone/>
            </a:pPr>
            <a:r>
              <a:rPr lang="en-US" sz="6200" u="sng" dirty="0" smtClean="0"/>
              <a:t>Feedback</a:t>
            </a:r>
            <a:r>
              <a:rPr lang="en-US" sz="6200" dirty="0" smtClean="0"/>
              <a:t> : Activity </a:t>
            </a:r>
          </a:p>
          <a:p>
            <a:pPr>
              <a:buFontTx/>
              <a:buChar char="-"/>
            </a:pPr>
            <a:endParaRPr lang="en-US" sz="6200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9" y="426310"/>
            <a:ext cx="2103668" cy="1581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099" y="2629966"/>
            <a:ext cx="1674252" cy="167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34285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    Marks : </a:t>
            </a:r>
            <a:r>
              <a:rPr lang="en-US" sz="2700" dirty="0"/>
              <a:t>8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Grade	  : Year 2 						              Time  :  30mins</a:t>
            </a:r>
            <a:br>
              <a:rPr lang="en-US" sz="2700" dirty="0" smtClean="0"/>
            </a:br>
            <a:r>
              <a:rPr lang="en-US" sz="2700" dirty="0" smtClean="0"/>
              <a:t>Date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14" y="2957512"/>
            <a:ext cx="1266825" cy="952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983" y="2951180"/>
            <a:ext cx="1238106" cy="12430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788" y="4861782"/>
            <a:ext cx="1397228" cy="13972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370" y="5004255"/>
            <a:ext cx="1371719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5. _________________  				                 6. ____________________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pPr marL="3657600" lvl="8" indent="0">
              <a:buNone/>
            </a:pPr>
            <a:r>
              <a:rPr lang="en-US" sz="2000" dirty="0" smtClean="0"/>
              <a:t>					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7. __________________ 		                       8. ____________________		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																		(8)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01" y="137418"/>
            <a:ext cx="1152244" cy="14692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14" y="2531294"/>
            <a:ext cx="1426588" cy="13595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24" y="-115284"/>
            <a:ext cx="1109568" cy="14326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005" y="2175322"/>
            <a:ext cx="1542037" cy="15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636</TotalTime>
  <Words>142</Words>
  <Application>Microsoft Office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    Marks : 8 Grade   : Year 2                     Time  :  30mins Date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99</cp:revision>
  <cp:lastPrinted>2022-08-31T08:47:15Z</cp:lastPrinted>
  <dcterms:created xsi:type="dcterms:W3CDTF">2022-08-25T11:18:17Z</dcterms:created>
  <dcterms:modified xsi:type="dcterms:W3CDTF">2024-03-04T08:50:41Z</dcterms:modified>
</cp:coreProperties>
</file>