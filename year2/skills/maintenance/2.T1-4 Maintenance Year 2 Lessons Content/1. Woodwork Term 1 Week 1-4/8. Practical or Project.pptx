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30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9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6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75008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Practical lesson or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5008"/>
            <a:ext cx="12192000" cy="558299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4000" u="sng" dirty="0" smtClean="0"/>
              <a:t>Jewelry box</a:t>
            </a:r>
            <a:endParaRPr lang="en-US" sz="4000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80" y="2047741"/>
            <a:ext cx="5615188" cy="380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336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623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 Feedback : Activity  Practical lesson or Project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100</cp:revision>
  <dcterms:created xsi:type="dcterms:W3CDTF">2022-08-25T11:18:17Z</dcterms:created>
  <dcterms:modified xsi:type="dcterms:W3CDTF">2024-02-29T07:14:47Z</dcterms:modified>
</cp:coreProperties>
</file>