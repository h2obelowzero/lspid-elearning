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824088"/>
          </a:xfrm>
        </p:spPr>
        <p:txBody>
          <a:bodyPr/>
          <a:lstStyle/>
          <a:p>
            <a:r>
              <a:rPr lang="en-US" u="sng" dirty="0" smtClean="0"/>
              <a:t>Safety rules in the workshop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4089"/>
            <a:ext cx="12192000" cy="6033911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 smtClean="0"/>
              <a:t>You are responsible for your own safety and the </a:t>
            </a:r>
            <a:r>
              <a:rPr lang="en-US" u="sng" dirty="0" smtClean="0"/>
              <a:t>safety</a:t>
            </a:r>
            <a:r>
              <a:rPr lang="en-US" dirty="0" smtClean="0"/>
              <a:t> of others.</a:t>
            </a:r>
          </a:p>
          <a:p>
            <a:pPr marL="514350" indent="-514350">
              <a:buAutoNum type="arabicPeriod"/>
            </a:pPr>
            <a:r>
              <a:rPr lang="en-US" dirty="0" smtClean="0"/>
              <a:t>N0 </a:t>
            </a:r>
            <a:r>
              <a:rPr lang="en-US" u="sng" dirty="0" smtClean="0"/>
              <a:t>alcohol</a:t>
            </a:r>
            <a:r>
              <a:rPr lang="en-US" dirty="0" smtClean="0"/>
              <a:t> or </a:t>
            </a:r>
            <a:r>
              <a:rPr lang="en-US" u="sng" dirty="0" smtClean="0"/>
              <a:t>drugs</a:t>
            </a:r>
            <a:r>
              <a:rPr lang="en-US" dirty="0" smtClean="0"/>
              <a:t> to be used in the workshop.</a:t>
            </a:r>
          </a:p>
          <a:p>
            <a:pPr marL="514350" indent="-514350">
              <a:buAutoNum type="arabicPeriod"/>
            </a:pPr>
            <a:r>
              <a:rPr lang="en-US" dirty="0" smtClean="0"/>
              <a:t>Wear appropriately and safe </a:t>
            </a:r>
            <a:r>
              <a:rPr lang="en-US" u="sng" dirty="0" smtClean="0"/>
              <a:t>clothing </a:t>
            </a:r>
            <a:r>
              <a:rPr lang="en-US" dirty="0" smtClean="0"/>
              <a:t>and footwear.</a:t>
            </a:r>
          </a:p>
          <a:p>
            <a:pPr marL="514350" indent="-514350">
              <a:buAutoNum type="arabicPeriod"/>
            </a:pPr>
            <a:r>
              <a:rPr lang="en-US" dirty="0" smtClean="0"/>
              <a:t>Always use </a:t>
            </a:r>
            <a:r>
              <a:rPr lang="en-US" u="sng" dirty="0" smtClean="0"/>
              <a:t>equipments </a:t>
            </a:r>
            <a:r>
              <a:rPr lang="en-US" dirty="0" smtClean="0"/>
              <a:t>/</a:t>
            </a:r>
            <a:r>
              <a:rPr lang="en-US" u="sng" dirty="0" smtClean="0"/>
              <a:t>tools </a:t>
            </a:r>
            <a:r>
              <a:rPr lang="en-US" dirty="0" smtClean="0"/>
              <a:t>/</a:t>
            </a:r>
            <a:r>
              <a:rPr lang="en-US" u="sng" dirty="0" smtClean="0"/>
              <a:t>machinery</a:t>
            </a:r>
            <a:r>
              <a:rPr lang="en-US" dirty="0" smtClean="0"/>
              <a:t> safely and properly.</a:t>
            </a:r>
          </a:p>
          <a:p>
            <a:pPr marL="514350" indent="-514350">
              <a:buAutoNum type="arabicPeriod"/>
            </a:pPr>
            <a:r>
              <a:rPr lang="en-US" dirty="0" smtClean="0"/>
              <a:t>Wear personal </a:t>
            </a:r>
            <a:r>
              <a:rPr lang="en-US" u="sng" dirty="0" smtClean="0"/>
              <a:t>protective</a:t>
            </a:r>
            <a:r>
              <a:rPr lang="en-US" dirty="0" smtClean="0"/>
              <a:t> equipments necessary for the job.</a:t>
            </a:r>
          </a:p>
          <a:p>
            <a:pPr marL="514350" indent="-514350">
              <a:buAutoNum type="arabicPeriod"/>
            </a:pPr>
            <a:r>
              <a:rPr lang="en-US" dirty="0" smtClean="0"/>
              <a:t>Keep your work area </a:t>
            </a:r>
            <a:r>
              <a:rPr lang="en-US" u="sng" dirty="0" smtClean="0"/>
              <a:t>clean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Clean up the </a:t>
            </a:r>
            <a:r>
              <a:rPr lang="en-US" u="sng" dirty="0" smtClean="0"/>
              <a:t>spills</a:t>
            </a:r>
            <a:r>
              <a:rPr lang="en-US" dirty="0" smtClean="0"/>
              <a:t> immediately.</a:t>
            </a:r>
          </a:p>
          <a:p>
            <a:pPr marL="514350" indent="-514350">
              <a:buAutoNum type="arabicPeriod"/>
            </a:pPr>
            <a:r>
              <a:rPr lang="en-US" u="sng" dirty="0" smtClean="0"/>
              <a:t>Lift</a:t>
            </a:r>
            <a:r>
              <a:rPr lang="en-US" dirty="0" smtClean="0"/>
              <a:t> properly using your legs not your back.</a:t>
            </a:r>
          </a:p>
          <a:p>
            <a:pPr marL="514350" indent="-514350">
              <a:buAutoNum type="arabicPeriod"/>
            </a:pPr>
            <a:r>
              <a:rPr lang="en-US" dirty="0" smtClean="0"/>
              <a:t>Report any unsafe </a:t>
            </a:r>
            <a:r>
              <a:rPr lang="en-US" u="sng" dirty="0" smtClean="0"/>
              <a:t>condition</a:t>
            </a:r>
            <a:r>
              <a:rPr lang="en-US" dirty="0" smtClean="0"/>
              <a:t>.</a:t>
            </a:r>
          </a:p>
          <a:p>
            <a:pPr marL="514350" indent="-514350">
              <a:buAutoNum type="arabicPeriod"/>
            </a:pPr>
            <a:r>
              <a:rPr lang="en-US" dirty="0" smtClean="0"/>
              <a:t>Report all </a:t>
            </a:r>
            <a:r>
              <a:rPr lang="en-US" u="sng" dirty="0" smtClean="0"/>
              <a:t>injuries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2400" dirty="0" smtClean="0">
                <a:solidFill>
                  <a:schemeClr val="accent1"/>
                </a:solidFill>
              </a:rPr>
              <a:t> :</a:t>
            </a:r>
            <a:endParaRPr lang="en-US" sz="24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/>
              <a:t>-</a:t>
            </a:r>
            <a:endParaRPr lang="en-US" b="1" dirty="0" smtClean="0"/>
          </a:p>
          <a:p>
            <a:pPr marL="0" indent="0">
              <a:buNone/>
            </a:pPr>
            <a:r>
              <a:rPr lang="en-US" b="1" u="sng" dirty="0" smtClean="0"/>
              <a:t>Feedback</a:t>
            </a:r>
            <a:r>
              <a:rPr lang="en-US" b="1" dirty="0" smtClean="0"/>
              <a:t> : Activity</a:t>
            </a:r>
            <a:endParaRPr lang="en-US" b="1" dirty="0"/>
          </a:p>
        </p:txBody>
      </p:sp>
      <p:pic>
        <p:nvPicPr>
          <p:cNvPr id="4" name="Picture 2" descr="Image result for silicone gun black and wh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899" y="3100907"/>
            <a:ext cx="225524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759"/>
            <a:ext cx="10515600" cy="1624647"/>
          </a:xfrm>
        </p:spPr>
        <p:txBody>
          <a:bodyPr>
            <a:normAutofit/>
          </a:bodyPr>
          <a:lstStyle/>
          <a:p>
            <a:r>
              <a:rPr lang="en-US" sz="2700" dirty="0" smtClean="0"/>
              <a:t>Kwa Thema Skills School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000" dirty="0" smtClean="0"/>
              <a:t>Subject  : Maintenance     						    </a:t>
            </a:r>
            <a:r>
              <a:rPr lang="en-US" sz="2000" smtClean="0"/>
              <a:t>Marks : 10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Grade</a:t>
            </a:r>
            <a:r>
              <a:rPr lang="en-US" sz="2000" dirty="0"/>
              <a:t> </a:t>
            </a:r>
            <a:r>
              <a:rPr lang="en-US" sz="2000" dirty="0" smtClean="0"/>
              <a:t>   : Year 2   						                </a:t>
            </a:r>
            <a:r>
              <a:rPr lang="en-US" sz="2000" smtClean="0"/>
              <a:t>Time  : </a:t>
            </a:r>
            <a:r>
              <a:rPr lang="en-US" sz="2000" dirty="0" smtClean="0"/>
              <a:t>30mins</a:t>
            </a:r>
            <a:br>
              <a:rPr lang="en-US" sz="2000" dirty="0" smtClean="0"/>
            </a:br>
            <a:r>
              <a:rPr lang="en-US" sz="2000" smtClean="0"/>
              <a:t>Date      :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992412"/>
              </p:ext>
            </p:extLst>
          </p:nvPr>
        </p:nvGraphicFramePr>
        <p:xfrm>
          <a:off x="0" y="1081088"/>
          <a:ext cx="9243152" cy="6598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43152"/>
              </a:tblGrid>
              <a:tr h="4733315">
                <a:tc>
                  <a:txBody>
                    <a:bodyPr/>
                    <a:lstStyle/>
                    <a:p>
                      <a:pPr marL="453390" marR="0" indent="-22669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</a:endParaRPr>
                    </a:p>
                    <a:p>
                      <a:pPr marL="0" marR="0" indent="-22669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3600" dirty="0">
                          <a:ln w="10160" cap="flat" cmpd="sng" algn="ctr">
                            <a:solidFill>
                              <a:srgbClr val="4472C4"/>
                            </a:solidFill>
                            <a:prstDash val="solid"/>
                            <a:round/>
                          </a:ln>
                          <a:effectLst>
                            <a:outerShdw blurRad="38100" dist="2286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          </a:t>
                      </a:r>
                      <a:r>
                        <a:rPr lang="en-US" sz="3600" u="sng" dirty="0">
                          <a:ln w="10160" cap="flat" cmpd="sng" algn="ctr">
                            <a:solidFill>
                              <a:srgbClr val="4472C4"/>
                            </a:solidFill>
                            <a:prstDash val="solid"/>
                            <a:round/>
                          </a:ln>
                          <a:effectLst>
                            <a:outerShdw blurRad="38100" dist="2286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SAFETY RULES</a:t>
                      </a:r>
                      <a:endParaRPr lang="en-US" sz="1100" u="sng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No alcohol or ___________to be used or allowed in the </a:t>
                      </a:r>
                      <a:endParaRPr lang="en-US" sz="1800" dirty="0">
                        <a:effectLst/>
                      </a:endParaRPr>
                    </a:p>
                    <a:p>
                      <a:pPr marL="4572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Workshop.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You are responsible for your own safety and _____________ of others.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Clean up the _______________ immediately.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______________ all injuries.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Keep your work area 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Wear appropriate and safe _____________ and footwear.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__________ properly using your legs not your back.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Always use equipments/ tools/ _________________ safely and properly.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Wear personal _________________ equipments necessary for the job.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Report any unsafe ____________________.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                                                                                                     </a:t>
                      </a:r>
                      <a:r>
                        <a:rPr lang="en-ZA" sz="1800" dirty="0" smtClean="0">
                          <a:effectLst/>
                        </a:rPr>
                        <a:t>(10)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338</TotalTime>
  <Words>183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Safety rules in the workshop.</vt:lpstr>
      <vt:lpstr>Kwa Thema Skills School Subject  : Maintenance               Marks : 10 Grade    : Year 2                         Time  : 30mins Date     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68</cp:revision>
  <dcterms:created xsi:type="dcterms:W3CDTF">2022-08-25T11:18:17Z</dcterms:created>
  <dcterms:modified xsi:type="dcterms:W3CDTF">2024-03-04T08:48:08Z</dcterms:modified>
</cp:coreProperties>
</file>