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71" r:id="rId4"/>
    <p:sldId id="272" r:id="rId5"/>
    <p:sldId id="269" r:id="rId6"/>
    <p:sldId id="270" r:id="rId7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8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9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1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6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7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2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99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01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47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7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3284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74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7724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52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57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9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9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2191999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5100" b="1" u="sng" dirty="0">
                <a:solidFill>
                  <a:schemeClr val="accent1"/>
                </a:solidFill>
              </a:rPr>
              <a:t>Sandpapers</a:t>
            </a:r>
            <a:endParaRPr lang="en-US" sz="51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3600" dirty="0" smtClean="0"/>
              <a:t>Purpose -they are used for preparing surfaces for </a:t>
            </a:r>
            <a:r>
              <a:rPr lang="en-US" sz="3600" u="sng" dirty="0" smtClean="0"/>
              <a:t>finishing </a:t>
            </a:r>
            <a:r>
              <a:rPr lang="en-US" sz="3600" dirty="0" smtClean="0"/>
              <a:t>and </a:t>
            </a:r>
            <a:r>
              <a:rPr lang="en-US" sz="3600" u="sng" dirty="0" smtClean="0"/>
              <a:t>painting</a:t>
            </a:r>
            <a:r>
              <a:rPr lang="en-US" sz="3600" dirty="0" smtClean="0"/>
              <a:t>.</a:t>
            </a:r>
          </a:p>
          <a:p>
            <a:pPr marL="0" indent="0">
              <a:buNone/>
            </a:pPr>
            <a:r>
              <a:rPr lang="en-US" sz="3600" u="sng" dirty="0" smtClean="0"/>
              <a:t>Types of sandpapers</a:t>
            </a:r>
          </a:p>
          <a:p>
            <a:pPr marL="0" indent="0">
              <a:buNone/>
            </a:pPr>
            <a:r>
              <a:rPr lang="en-US" sz="3600" dirty="0" smtClean="0"/>
              <a:t>1. </a:t>
            </a:r>
            <a:r>
              <a:rPr lang="en-US" sz="3600" u="sng" dirty="0" smtClean="0"/>
              <a:t>Commercial grade</a:t>
            </a:r>
          </a:p>
          <a:p>
            <a:pPr marL="0" indent="0">
              <a:buNone/>
            </a:pPr>
            <a:r>
              <a:rPr lang="en-US" sz="3600" dirty="0" smtClean="0"/>
              <a:t>e.g</a:t>
            </a:r>
          </a:p>
          <a:p>
            <a:pPr marL="514350" indent="-514350">
              <a:buAutoNum type="arabicPeriod"/>
            </a:pPr>
            <a:endParaRPr lang="en-US" sz="3600" u="sng" dirty="0"/>
          </a:p>
          <a:p>
            <a:pPr marL="0" indent="0">
              <a:buNone/>
            </a:pPr>
            <a:endParaRPr lang="en-US" sz="3600" u="sng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2. </a:t>
            </a:r>
            <a:r>
              <a:rPr lang="en-US" sz="3600" u="sng" dirty="0" smtClean="0"/>
              <a:t>Industrial grade</a:t>
            </a:r>
          </a:p>
          <a:p>
            <a:pPr marL="0" indent="0">
              <a:buNone/>
            </a:pPr>
            <a:r>
              <a:rPr lang="en-US" sz="3600" dirty="0" smtClean="0"/>
              <a:t>e.g</a:t>
            </a:r>
            <a:endParaRPr lang="en-US" sz="3600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2" y="1799911"/>
            <a:ext cx="2266682" cy="20912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552" y="4735781"/>
            <a:ext cx="2266682" cy="187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"/>
            <a:ext cx="11020424" cy="7058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u="sng" dirty="0">
                <a:solidFill>
                  <a:schemeClr val="accent1"/>
                </a:solidFill>
              </a:rPr>
              <a:t>Sizes of sandpapers</a:t>
            </a:r>
            <a:endParaRPr lang="en-US" sz="36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b="1" dirty="0" smtClean="0"/>
              <a:t>1. </a:t>
            </a:r>
            <a:r>
              <a:rPr lang="en-US" sz="2400" b="1" u="sng" dirty="0" smtClean="0"/>
              <a:t>Coarse size</a:t>
            </a:r>
          </a:p>
          <a:p>
            <a:pPr marL="0" indent="0">
              <a:buNone/>
            </a:pPr>
            <a:r>
              <a:rPr lang="en-US" dirty="0" smtClean="0"/>
              <a:t>           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sz="1600" dirty="0" smtClean="0"/>
              <a:t>Grit 40 -100</a:t>
            </a:r>
          </a:p>
          <a:p>
            <a:pPr marL="0" indent="0">
              <a:buNone/>
            </a:pPr>
            <a:r>
              <a:rPr lang="en-US" sz="1600" dirty="0" smtClean="0"/>
              <a:t>- It is used for DIY projects that requires </a:t>
            </a:r>
            <a:r>
              <a:rPr lang="en-US" sz="1600" u="sng" dirty="0" smtClean="0"/>
              <a:t>heavy duty </a:t>
            </a:r>
            <a:r>
              <a:rPr lang="en-US" sz="1600" dirty="0" smtClean="0"/>
              <a:t>sanding work.</a:t>
            </a:r>
          </a:p>
          <a:p>
            <a:pPr marL="0" indent="0">
              <a:buNone/>
            </a:pPr>
            <a:r>
              <a:rPr lang="en-US" sz="2400" b="1" dirty="0"/>
              <a:t>2</a:t>
            </a:r>
            <a:r>
              <a:rPr lang="en-US" sz="2400" b="1" dirty="0" smtClean="0"/>
              <a:t>.</a:t>
            </a:r>
            <a:r>
              <a:rPr lang="en-US" sz="2400" b="1" u="sng" dirty="0" smtClean="0"/>
              <a:t> Medium size</a:t>
            </a:r>
          </a:p>
          <a:p>
            <a:pPr marL="0" indent="0">
              <a:buNone/>
            </a:pPr>
            <a:r>
              <a:rPr lang="en-US" dirty="0" smtClean="0"/>
              <a:t>        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1600" dirty="0" smtClean="0"/>
              <a:t>- Grit 120-180</a:t>
            </a: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- It is used for DIY projects that requires </a:t>
            </a:r>
            <a:r>
              <a:rPr lang="en-US" sz="1600" u="sng" dirty="0" smtClean="0"/>
              <a:t>smooth surfaces</a:t>
            </a:r>
            <a:r>
              <a:rPr lang="en-US" sz="1600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8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20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22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85" y="1088295"/>
            <a:ext cx="1507498" cy="15115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75" y="3854058"/>
            <a:ext cx="1866408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"/>
            <a:ext cx="11020424" cy="7058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 smtClean="0"/>
              <a:t>3. </a:t>
            </a:r>
            <a:r>
              <a:rPr lang="en-US" sz="2800" b="1" u="sng" dirty="0" smtClean="0"/>
              <a:t>Fine size</a:t>
            </a:r>
          </a:p>
          <a:p>
            <a:pPr marL="0" indent="0">
              <a:buNone/>
            </a:pPr>
            <a:r>
              <a:rPr lang="en-US" dirty="0" smtClean="0"/>
              <a:t>            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-Grit 220 -280</a:t>
            </a:r>
          </a:p>
          <a:p>
            <a:pPr marL="0" indent="0">
              <a:buNone/>
            </a:pPr>
            <a:r>
              <a:rPr lang="en-US" dirty="0" smtClean="0"/>
              <a:t>- It is used for DIY projects that requires final sanding before </a:t>
            </a:r>
            <a:r>
              <a:rPr lang="en-US" u="sng" dirty="0" smtClean="0"/>
              <a:t>finishing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sz="2800" b="1" dirty="0" smtClean="0"/>
              <a:t>4.</a:t>
            </a:r>
            <a:r>
              <a:rPr lang="en-US" sz="2800" b="1" u="sng" dirty="0" smtClean="0"/>
              <a:t> Very fine size</a:t>
            </a:r>
          </a:p>
          <a:p>
            <a:pPr marL="0" indent="0">
              <a:buNone/>
            </a:pPr>
            <a:r>
              <a:rPr lang="en-US" dirty="0" smtClean="0"/>
              <a:t>      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Grit 320-upwards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for removal of </a:t>
            </a:r>
            <a:r>
              <a:rPr lang="en-US" u="sng" dirty="0" smtClean="0"/>
              <a:t>scratches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8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20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22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396630" y="3418421"/>
            <a:ext cx="1671604" cy="24225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49" y="465137"/>
            <a:ext cx="1708967" cy="207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805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2191999" cy="7058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5</a:t>
            </a:r>
            <a:r>
              <a:rPr lang="en-US" sz="2400" b="1" dirty="0" smtClean="0"/>
              <a:t>. </a:t>
            </a:r>
            <a:r>
              <a:rPr lang="en-US" sz="2400" b="1" u="sng" dirty="0" smtClean="0"/>
              <a:t>Wet size</a:t>
            </a:r>
          </a:p>
          <a:p>
            <a:pPr marL="0" indent="0">
              <a:buNone/>
            </a:pPr>
            <a:r>
              <a:rPr lang="en-US" dirty="0" smtClean="0"/>
              <a:t>           </a:t>
            </a:r>
          </a:p>
          <a:p>
            <a:pPr>
              <a:buFontTx/>
              <a:buChar char="-"/>
            </a:pPr>
            <a:endParaRPr lang="en-US" sz="2400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1600" dirty="0" smtClean="0"/>
              <a:t>- Grit 220 -280</a:t>
            </a:r>
          </a:p>
          <a:p>
            <a:pPr marL="0" indent="0">
              <a:buNone/>
            </a:pPr>
            <a:r>
              <a:rPr lang="en-US" sz="1600" dirty="0" smtClean="0"/>
              <a:t>- It is used for DIY projects that requires final sanding before </a:t>
            </a:r>
            <a:r>
              <a:rPr lang="en-US" sz="1600" u="sng" dirty="0" smtClean="0"/>
              <a:t>finishing</a:t>
            </a:r>
            <a:r>
              <a:rPr lang="en-US" sz="1600" dirty="0" smtClean="0"/>
              <a:t>.</a:t>
            </a:r>
          </a:p>
          <a:p>
            <a:pPr>
              <a:buFontTx/>
              <a:buChar char="-"/>
            </a:pPr>
            <a:endParaRPr lang="en-US" sz="1600" dirty="0"/>
          </a:p>
          <a:p>
            <a:pPr marL="0" indent="0">
              <a:buNone/>
            </a:pPr>
            <a:r>
              <a:rPr lang="en-US" sz="2400" u="sng" dirty="0" smtClean="0">
                <a:solidFill>
                  <a:schemeClr val="accent1"/>
                </a:solidFill>
              </a:rPr>
              <a:t>Demonstration Video</a:t>
            </a:r>
            <a:r>
              <a:rPr lang="en-US" sz="2400" dirty="0" smtClean="0">
                <a:solidFill>
                  <a:schemeClr val="accent1"/>
                </a:solidFill>
              </a:rPr>
              <a:t> </a:t>
            </a:r>
            <a:r>
              <a:rPr lang="en-US" sz="2400" dirty="0" smtClean="0">
                <a:solidFill>
                  <a:schemeClr val="accent1"/>
                </a:solidFill>
              </a:rPr>
              <a:t>: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u="sng" dirty="0" smtClean="0"/>
              <a:t>Feedback</a:t>
            </a:r>
            <a:r>
              <a:rPr lang="en-US" dirty="0" smtClean="0"/>
              <a:t> : Activity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8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20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22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581960">
            <a:off x="1410429" y="362512"/>
            <a:ext cx="1932841" cy="193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0305"/>
            <a:ext cx="11353800" cy="1510384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: Maintenance						</a:t>
            </a:r>
            <a:r>
              <a:rPr lang="en-US" sz="2700" smtClean="0"/>
              <a:t>   Marks : </a:t>
            </a:r>
            <a:r>
              <a:rPr lang="en-US" sz="2700" dirty="0"/>
              <a:t>8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dirty="0" smtClean="0"/>
              <a:t>Grade	  : Year 2 						             Time  :  30mins</a:t>
            </a:r>
            <a:br>
              <a:rPr lang="en-US" sz="2700" dirty="0" smtClean="0"/>
            </a:br>
            <a:r>
              <a:rPr lang="en-US" sz="2700" dirty="0" smtClean="0"/>
              <a:t>Date     :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0" indent="0">
              <a:buNone/>
            </a:pPr>
            <a:r>
              <a:rPr lang="en-US" sz="2400" dirty="0" smtClean="0"/>
              <a:t>1. What is the use of a sandpaper?</a:t>
            </a:r>
          </a:p>
          <a:p>
            <a:pPr marL="0" indent="0">
              <a:buNone/>
            </a:pPr>
            <a:r>
              <a:rPr lang="en-US" sz="2400" dirty="0" smtClean="0"/>
              <a:t>1.1 _____________________________________________________________</a:t>
            </a:r>
          </a:p>
          <a:p>
            <a:pPr marL="0" indent="0">
              <a:buNone/>
            </a:pPr>
            <a:r>
              <a:rPr lang="en-US" sz="2400" dirty="0" smtClean="0"/>
              <a:t>2. Give the names of the sandpapers shown below:</a:t>
            </a:r>
          </a:p>
          <a:p>
            <a:pPr marL="0" indent="0">
              <a:buNone/>
            </a:pPr>
            <a:endParaRPr lang="en-US" sz="2400" dirty="0" smtClean="0"/>
          </a:p>
          <a:p>
            <a:pPr marL="514350" indent="-514350">
              <a:buAutoNum type="arabicPeriod"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2.1 ___________________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</a:t>
            </a:r>
          </a:p>
          <a:p>
            <a:pPr marL="0" indent="0">
              <a:buNone/>
            </a:pPr>
            <a:r>
              <a:rPr lang="en-US" sz="2400" dirty="0" smtClean="0"/>
              <a:t>						</a:t>
            </a:r>
          </a:p>
          <a:p>
            <a:pPr marL="0" indent="0">
              <a:buNone/>
            </a:pPr>
            <a:r>
              <a:rPr lang="en-US" sz="2400" dirty="0" smtClean="0"/>
              <a:t>2.2 ___________________			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28" y="3214398"/>
            <a:ext cx="1352282" cy="11172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06" y="4994918"/>
            <a:ext cx="1572904" cy="145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3. Give the names of the following sizes of sandpapers shown below: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3657600" lvl="8" indent="0">
              <a:buNone/>
            </a:pPr>
            <a:r>
              <a:rPr lang="en-US" dirty="0" smtClean="0"/>
              <a:t>					</a:t>
            </a:r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4. Where do we use the medium size sandpaper?</a:t>
            </a:r>
          </a:p>
          <a:p>
            <a:pPr marL="0" indent="0">
              <a:buNone/>
            </a:pPr>
            <a:r>
              <a:rPr lang="en-US" dirty="0" smtClean="0"/>
              <a:t>4.1 ______________________________________________________.</a:t>
            </a:r>
          </a:p>
          <a:p>
            <a:pPr marL="0" indent="0">
              <a:buNone/>
            </a:pPr>
            <a:r>
              <a:rPr lang="en-US" dirty="0" smtClean="0"/>
              <a:t>5. Where do we use coarse size sandpaper?</a:t>
            </a:r>
          </a:p>
          <a:p>
            <a:pPr marL="0" indent="0">
              <a:buNone/>
            </a:pPr>
            <a:r>
              <a:rPr lang="en-US" dirty="0" smtClean="0"/>
              <a:t>5.1 ______________________________________________________.</a:t>
            </a:r>
            <a:r>
              <a:rPr lang="en-US" dirty="0"/>
              <a:t>	</a:t>
            </a:r>
            <a:r>
              <a:rPr lang="en-US" dirty="0" smtClean="0"/>
              <a:t>					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					</a:t>
            </a:r>
            <a:r>
              <a:rPr lang="en-US" smtClean="0"/>
              <a:t>                                   					(</a:t>
            </a:r>
            <a:r>
              <a:rPr lang="en-US" dirty="0" smtClean="0"/>
              <a:t>10)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303833"/>
              </p:ext>
            </p:extLst>
          </p:nvPr>
        </p:nvGraphicFramePr>
        <p:xfrm>
          <a:off x="1197736" y="590873"/>
          <a:ext cx="7122016" cy="3256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69"/>
                <a:gridCol w="2007675"/>
                <a:gridCol w="4671972"/>
              </a:tblGrid>
              <a:tr h="7227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Grit or Size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Name of the</a:t>
                      </a:r>
                      <a:r>
                        <a:rPr lang="en-US" baseline="0" dirty="0" smtClean="0"/>
                        <a:t> sandpaper</a:t>
                      </a:r>
                      <a:endParaRPr lang="en-US" dirty="0"/>
                    </a:p>
                  </a:txBody>
                  <a:tcPr/>
                </a:tc>
              </a:tr>
              <a:tr h="506828">
                <a:tc>
                  <a:txBody>
                    <a:bodyPr/>
                    <a:lstStyle/>
                    <a:p>
                      <a:r>
                        <a:rPr lang="en-US" dirty="0" smtClean="0"/>
                        <a:t>1.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( 220 – 280)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06828">
                <a:tc>
                  <a:txBody>
                    <a:bodyPr/>
                    <a:lstStyle/>
                    <a:p>
                      <a:r>
                        <a:rPr lang="en-US" dirty="0" smtClean="0"/>
                        <a:t>2.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( 320 – upward)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06828">
                <a:tc>
                  <a:txBody>
                    <a:bodyPr/>
                    <a:lstStyle/>
                    <a:p>
                      <a:r>
                        <a:rPr lang="en-US" dirty="0" smtClean="0"/>
                        <a:t>3.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( 40 – 120)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06828">
                <a:tc>
                  <a:txBody>
                    <a:bodyPr/>
                    <a:lstStyle/>
                    <a:p>
                      <a:r>
                        <a:rPr lang="en-US" dirty="0" smtClean="0"/>
                        <a:t>4.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( 220 – 280)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6828">
                <a:tc>
                  <a:txBody>
                    <a:bodyPr/>
                    <a:lstStyle/>
                    <a:p>
                      <a:r>
                        <a:rPr lang="en-US" dirty="0" smtClean="0"/>
                        <a:t>5.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( 120 – 180)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702</TotalTime>
  <Words>243</Words>
  <Application>Microsoft Office PowerPoint</Application>
  <PresentationFormat>Widescreen</PresentationFormat>
  <Paragraphs>112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Kwa Thema Skills School Subject : Maintenance         Marks : 8 Grade   : Year 2                    Time  :  30mins Date     :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107</cp:revision>
  <cp:lastPrinted>2022-08-31T07:33:58Z</cp:lastPrinted>
  <dcterms:created xsi:type="dcterms:W3CDTF">2022-08-25T11:18:17Z</dcterms:created>
  <dcterms:modified xsi:type="dcterms:W3CDTF">2024-03-04T08:51:57Z</dcterms:modified>
</cp:coreProperties>
</file>