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1" r:id="rId4"/>
    <p:sldId id="260" r:id="rId5"/>
    <p:sldId id="264" r:id="rId6"/>
    <p:sldId id="266" r:id="rId7"/>
    <p:sldId id="271" r:id="rId8"/>
    <p:sldId id="272" r:id="rId9"/>
    <p:sldId id="273" r:id="rId10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6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1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1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0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5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6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0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80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25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9599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14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32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4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2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s-media-cache-ak0.pinimg.com/736x/9a/8e/09/9a8e09481d8d76645577827b285b22e7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ffx.co.uk/tools/pencil_cr_3.jpg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-media-cache-ak0.pinimg.com/736x/9a/8e/09/9a8e09481d8d76645577827b285b22e7.jpg" TargetMode="External"/><Relationship Id="rId7" Type="http://schemas.openxmlformats.org/officeDocument/2006/relationships/image" Target="../media/image1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images.ffx.co.uk/tools/pencil_cr_3.jpg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3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2192000" cy="68500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900" b="1" u="sng" dirty="0">
                <a:solidFill>
                  <a:schemeClr val="accent1"/>
                </a:solidFill>
              </a:rPr>
              <a:t>Basic M</a:t>
            </a:r>
            <a:r>
              <a:rPr lang="en-US" sz="3900" b="1" u="sng" dirty="0" smtClean="0">
                <a:solidFill>
                  <a:schemeClr val="accent1"/>
                </a:solidFill>
              </a:rPr>
              <a:t>arking ,Cutting and </a:t>
            </a:r>
            <a:r>
              <a:rPr lang="en-US" sz="3900" b="1" u="sng" dirty="0">
                <a:solidFill>
                  <a:schemeClr val="accent1"/>
                </a:solidFill>
              </a:rPr>
              <a:t>H</a:t>
            </a:r>
            <a:r>
              <a:rPr lang="en-US" sz="3900" b="1" u="sng" dirty="0" smtClean="0">
                <a:solidFill>
                  <a:schemeClr val="accent1"/>
                </a:solidFill>
              </a:rPr>
              <a:t>and </a:t>
            </a:r>
            <a:r>
              <a:rPr lang="en-US" sz="3900" b="1" u="sng" dirty="0">
                <a:solidFill>
                  <a:schemeClr val="accent1"/>
                </a:solidFill>
              </a:rPr>
              <a:t>T</a:t>
            </a:r>
            <a:r>
              <a:rPr lang="en-US" sz="3900" b="1" u="sng" dirty="0" smtClean="0">
                <a:solidFill>
                  <a:schemeClr val="accent1"/>
                </a:solidFill>
              </a:rPr>
              <a:t>ools</a:t>
            </a:r>
            <a:r>
              <a:rPr lang="en-US" sz="3900" b="1" u="sng" dirty="0">
                <a:solidFill>
                  <a:schemeClr val="accent1"/>
                </a:solidFill>
              </a:rPr>
              <a:t>.</a:t>
            </a:r>
            <a:endParaRPr lang="en-US" sz="39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dirty="0" smtClean="0"/>
              <a:t>1. </a:t>
            </a:r>
            <a:r>
              <a:rPr lang="en-US" sz="2400" u="sng" dirty="0" smtClean="0"/>
              <a:t>Ruler</a:t>
            </a:r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to measure </a:t>
            </a:r>
            <a:r>
              <a:rPr lang="en-US" u="sng" dirty="0" smtClean="0"/>
              <a:t>short</a:t>
            </a:r>
            <a:r>
              <a:rPr lang="en-US" dirty="0" smtClean="0"/>
              <a:t> distances.</a:t>
            </a:r>
          </a:p>
          <a:p>
            <a:pPr marL="0" indent="0">
              <a:buNone/>
            </a:pPr>
            <a:r>
              <a:rPr lang="en-US" sz="2400" dirty="0" smtClean="0"/>
              <a:t>2. </a:t>
            </a:r>
            <a:r>
              <a:rPr lang="en-US" sz="2400" u="sng" dirty="0" smtClean="0"/>
              <a:t>Measuring Tape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to measure </a:t>
            </a:r>
            <a:r>
              <a:rPr lang="en-US" u="sng" dirty="0" smtClean="0"/>
              <a:t>shorter</a:t>
            </a:r>
            <a:r>
              <a:rPr lang="en-US" dirty="0" smtClean="0"/>
              <a:t> or </a:t>
            </a:r>
            <a:r>
              <a:rPr lang="en-US" u="sng" dirty="0" smtClean="0"/>
              <a:t>longer</a:t>
            </a:r>
            <a:r>
              <a:rPr lang="en-US" dirty="0" smtClean="0"/>
              <a:t> distances.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Image result for ruler for woodworki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9099" y="1340229"/>
            <a:ext cx="2446986" cy="120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Image result for measuring tape for woodworki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59099" y="3771355"/>
            <a:ext cx="2446986" cy="1766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9545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b="1" dirty="0" smtClean="0"/>
              <a:t>3. </a:t>
            </a:r>
            <a:r>
              <a:rPr lang="en-US" sz="3100" b="1" u="sng" dirty="0" smtClean="0"/>
              <a:t>Try Square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100" dirty="0" smtClean="0"/>
              <a:t>- It is used for checking </a:t>
            </a:r>
            <a:r>
              <a:rPr lang="en-US" sz="2100" u="sng" dirty="0" smtClean="0"/>
              <a:t>square</a:t>
            </a:r>
            <a:r>
              <a:rPr lang="en-US" sz="2100" dirty="0" smtClean="0"/>
              <a:t>. (internal &amp; external right angles)</a:t>
            </a:r>
          </a:p>
          <a:p>
            <a:pPr marL="0" indent="0">
              <a:buNone/>
            </a:pPr>
            <a:r>
              <a:rPr lang="en-US" sz="3100" b="1" dirty="0" smtClean="0"/>
              <a:t>4.</a:t>
            </a:r>
            <a:r>
              <a:rPr lang="en-US" sz="3100" b="1" u="sng" dirty="0"/>
              <a:t> </a:t>
            </a:r>
            <a:r>
              <a:rPr lang="en-US" sz="3100" b="1" u="sng" dirty="0" smtClean="0"/>
              <a:t>Bevel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100" dirty="0" smtClean="0"/>
              <a:t>- It is used to set a desired </a:t>
            </a:r>
            <a:r>
              <a:rPr lang="en-US" sz="2100" u="sng" dirty="0" smtClean="0"/>
              <a:t>angle</a:t>
            </a:r>
            <a:r>
              <a:rPr lang="en-US" sz="2100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C:\Users\User1\Pictures\2014-08-10 Whats up import\Square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0800000">
            <a:off x="1171116" y="1070408"/>
            <a:ext cx="2035123" cy="1344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115" y="4262907"/>
            <a:ext cx="2035124" cy="14810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6"/>
            <a:ext cx="12192000" cy="6850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5. </a:t>
            </a:r>
            <a:r>
              <a:rPr lang="en-US" sz="2400" b="1" u="sng" dirty="0" smtClean="0"/>
              <a:t>Marking Gauge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000" u="sng" dirty="0" smtClean="0"/>
              <a:t>                        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dirty="0" smtClean="0"/>
              <a:t>- It is used for drawing </a:t>
            </a:r>
            <a:r>
              <a:rPr lang="en-US" u="sng" dirty="0" smtClean="0"/>
              <a:t>lines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sz="2400" b="1" dirty="0" smtClean="0"/>
              <a:t>6. </a:t>
            </a:r>
            <a:r>
              <a:rPr lang="en-US" sz="2400" b="1" u="sng" dirty="0" smtClean="0"/>
              <a:t>Tenon Saw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r>
              <a:rPr lang="en-US" dirty="0" smtClean="0"/>
              <a:t>- It is used for cutting </a:t>
            </a:r>
            <a:r>
              <a:rPr lang="en-US" u="sng" dirty="0" smtClean="0"/>
              <a:t>wood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 ">
            <a:hlinkClick r:id="rId2" tgtFrame="&quot;_blank&quot;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633"/>
          <a:stretch/>
        </p:blipFill>
        <p:spPr bwMode="auto">
          <a:xfrm>
            <a:off x="1445844" y="883699"/>
            <a:ext cx="2276150" cy="1601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Related image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45844" y="4037144"/>
            <a:ext cx="2276150" cy="1465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799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7. </a:t>
            </a:r>
            <a:r>
              <a:rPr lang="en-US" sz="2400" b="1" u="sng" dirty="0" smtClean="0"/>
              <a:t>Divider</a:t>
            </a:r>
          </a:p>
          <a:p>
            <a:pPr marL="0" indent="0">
              <a:buNone/>
            </a:pPr>
            <a:r>
              <a:rPr lang="en-US" sz="2000" dirty="0" smtClean="0"/>
              <a:t>                          </a:t>
            </a:r>
          </a:p>
          <a:p>
            <a:pPr marL="0" indent="0">
              <a:buNone/>
            </a:pPr>
            <a:r>
              <a:rPr lang="en-US" sz="2000" dirty="0" smtClean="0"/>
              <a:t>                    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</a:t>
            </a:r>
            <a:r>
              <a:rPr lang="en-US" sz="2000" dirty="0"/>
              <a:t>is used to </a:t>
            </a:r>
            <a:r>
              <a:rPr lang="en-US" sz="2000" dirty="0" smtClean="0"/>
              <a:t>draw </a:t>
            </a:r>
            <a:r>
              <a:rPr lang="en-US" sz="2000" u="sng" dirty="0" smtClean="0"/>
              <a:t>circles</a:t>
            </a:r>
            <a:r>
              <a:rPr lang="en-US" sz="2000" dirty="0" smtClean="0"/>
              <a:t>, </a:t>
            </a:r>
            <a:r>
              <a:rPr lang="en-US" sz="2000" u="sng" dirty="0" smtClean="0"/>
              <a:t>arcs</a:t>
            </a:r>
            <a:r>
              <a:rPr lang="en-US" sz="2000" dirty="0" smtClean="0"/>
              <a:t>, </a:t>
            </a:r>
            <a:r>
              <a:rPr lang="en-US" sz="2000" u="sng" dirty="0" smtClean="0"/>
              <a:t>radii</a:t>
            </a:r>
            <a:r>
              <a:rPr lang="en-US" sz="2000" dirty="0" smtClean="0"/>
              <a:t> etc.</a:t>
            </a:r>
          </a:p>
          <a:p>
            <a:pPr marL="0" indent="0">
              <a:buNone/>
            </a:pPr>
            <a:r>
              <a:rPr lang="en-US" sz="2400" b="1" dirty="0" smtClean="0"/>
              <a:t>8. </a:t>
            </a:r>
            <a:r>
              <a:rPr lang="en-US" sz="2400" b="1" u="sng" dirty="0" smtClean="0"/>
              <a:t>File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for finishing </a:t>
            </a:r>
            <a:r>
              <a:rPr lang="en-US" sz="2000" u="sng" dirty="0" smtClean="0"/>
              <a:t>wood</a:t>
            </a:r>
            <a:r>
              <a:rPr lang="en-US" sz="2000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Compasso Groz 8’’ 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3161" y="874909"/>
            <a:ext cx="2344135" cy="1082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C:\Users\Dr. MP Mazibuko\Documents\2018 PRO PRACTICUM MASTER\5 Handbook\Metalwork\Y1 Metalwork\Identify tools\Files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707" y="3584942"/>
            <a:ext cx="2112133" cy="16457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799" cy="660686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800" b="1" dirty="0" smtClean="0"/>
              <a:t>9. </a:t>
            </a:r>
            <a:r>
              <a:rPr lang="en-US" sz="3800" b="1" u="sng" dirty="0" smtClean="0"/>
              <a:t>Coping Saw</a:t>
            </a:r>
          </a:p>
          <a:p>
            <a:pPr>
              <a:buFontTx/>
              <a:buChar char="-"/>
            </a:pPr>
            <a:endParaRPr lang="en-US" sz="2900" dirty="0" smtClean="0"/>
          </a:p>
          <a:p>
            <a:pPr>
              <a:buFontTx/>
              <a:buChar char="-"/>
            </a:pPr>
            <a:endParaRPr lang="en-US" sz="2900" dirty="0"/>
          </a:p>
          <a:p>
            <a:pPr>
              <a:buFontTx/>
              <a:buChar char="-"/>
            </a:pPr>
            <a:endParaRPr lang="en-US" sz="2900" dirty="0" smtClean="0"/>
          </a:p>
          <a:p>
            <a:pPr marL="0" indent="0">
              <a:buNone/>
            </a:pPr>
            <a:endParaRPr lang="en-US" sz="2900" dirty="0" smtClean="0"/>
          </a:p>
          <a:p>
            <a:pPr marL="0" indent="0">
              <a:buNone/>
            </a:pPr>
            <a:endParaRPr lang="en-US" sz="2900" dirty="0" smtClean="0"/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endParaRPr lang="en-US" sz="2900" dirty="0" smtClean="0"/>
          </a:p>
          <a:p>
            <a:pPr marL="0" indent="0">
              <a:buNone/>
            </a:pPr>
            <a:r>
              <a:rPr lang="en-US" sz="2900" dirty="0" smtClean="0"/>
              <a:t>- It is used to cut external </a:t>
            </a:r>
            <a:r>
              <a:rPr lang="en-US" sz="2900" u="sng" dirty="0" smtClean="0"/>
              <a:t>shapes</a:t>
            </a:r>
            <a:r>
              <a:rPr lang="en-US" sz="2900" dirty="0" smtClean="0"/>
              <a:t>.</a:t>
            </a:r>
          </a:p>
          <a:p>
            <a:pPr marL="0" indent="0">
              <a:buNone/>
            </a:pPr>
            <a:r>
              <a:rPr lang="en-US" sz="2900" dirty="0" smtClean="0"/>
              <a:t>- It is used to cut interior </a:t>
            </a:r>
            <a:r>
              <a:rPr lang="en-US" sz="2900" u="sng" dirty="0" smtClean="0"/>
              <a:t>cut-outs</a:t>
            </a:r>
            <a:r>
              <a:rPr lang="en-US" sz="2900" dirty="0" smtClean="0"/>
              <a:t> in woodworking.</a:t>
            </a:r>
          </a:p>
          <a:p>
            <a:pPr marL="0" indent="0">
              <a:buNone/>
            </a:pPr>
            <a:r>
              <a:rPr lang="en-US" sz="4400" b="1" dirty="0" smtClean="0"/>
              <a:t>10. </a:t>
            </a:r>
            <a:r>
              <a:rPr lang="en-US" sz="4400" b="1" u="sng" dirty="0" smtClean="0"/>
              <a:t>Chisel</a:t>
            </a:r>
            <a:r>
              <a:rPr lang="en-US" sz="2900" u="sng" dirty="0" smtClean="0"/>
              <a:t>  </a:t>
            </a:r>
          </a:p>
          <a:p>
            <a:pPr marL="0" indent="0">
              <a:buNone/>
            </a:pPr>
            <a:endParaRPr lang="en-US" sz="3200" u="sng" dirty="0"/>
          </a:p>
          <a:p>
            <a:pPr marL="0" indent="0">
              <a:buNone/>
            </a:pPr>
            <a:endParaRPr lang="en-US" sz="2900" u="sng" dirty="0" smtClean="0"/>
          </a:p>
          <a:p>
            <a:pPr marL="0" indent="0">
              <a:buNone/>
            </a:pPr>
            <a:endParaRPr lang="en-US" sz="2900" u="sng" dirty="0"/>
          </a:p>
          <a:p>
            <a:pPr marL="0" indent="0">
              <a:buNone/>
            </a:pPr>
            <a:endParaRPr lang="en-US" sz="2900" u="sng" dirty="0" smtClean="0"/>
          </a:p>
          <a:p>
            <a:pPr marL="0" indent="0">
              <a:buNone/>
            </a:pPr>
            <a:endParaRPr lang="en-US" sz="2900" u="sng" dirty="0" smtClean="0"/>
          </a:p>
          <a:p>
            <a:pPr marL="0" indent="0">
              <a:buNone/>
            </a:pPr>
            <a:endParaRPr lang="en-US" sz="2900" dirty="0" smtClean="0"/>
          </a:p>
          <a:p>
            <a:pPr marL="0" indent="0">
              <a:buNone/>
            </a:pPr>
            <a:r>
              <a:rPr lang="en-US" sz="2900" dirty="0" smtClean="0"/>
              <a:t>- It is used as a </a:t>
            </a:r>
            <a:r>
              <a:rPr lang="en-US" sz="2900" u="sng" dirty="0" smtClean="0"/>
              <a:t>cutting</a:t>
            </a:r>
            <a:r>
              <a:rPr lang="en-US" sz="2900" dirty="0" smtClean="0"/>
              <a:t> tool in woodworking .</a:t>
            </a:r>
          </a:p>
          <a:p>
            <a:pPr>
              <a:buFontTx/>
              <a:buChar char="-"/>
            </a:pPr>
            <a:endParaRPr lang="en-US" sz="29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C:\Users\Dr. MP Mazibuko\Documents\2018 PRO PRACTICUM MASTER\5 Handbook\Downloads\Year 4\Chisel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35174">
            <a:off x="1876634" y="3925560"/>
            <a:ext cx="1790452" cy="1324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Image result for COPING SAWs  for woodworki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8886" y="952068"/>
            <a:ext cx="1974624" cy="593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208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799" cy="66321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11. </a:t>
            </a:r>
            <a:r>
              <a:rPr lang="en-US" sz="2400" b="1" u="sng" dirty="0" smtClean="0"/>
              <a:t>Hammer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general </a:t>
            </a:r>
            <a:r>
              <a:rPr lang="en-US" u="sng" dirty="0" smtClean="0"/>
              <a:t>hammering</a:t>
            </a:r>
            <a:r>
              <a:rPr lang="en-US" dirty="0" smtClean="0"/>
              <a:t> in the workshop.</a:t>
            </a:r>
          </a:p>
          <a:p>
            <a:pPr marL="0" indent="0">
              <a:buNone/>
            </a:pPr>
            <a:r>
              <a:rPr lang="en-US" sz="2400" b="1" dirty="0" smtClean="0"/>
              <a:t>12. </a:t>
            </a:r>
            <a:r>
              <a:rPr lang="en-US" sz="2400" b="1" u="sng" dirty="0" smtClean="0"/>
              <a:t>Marking Pencil</a:t>
            </a:r>
            <a:r>
              <a:rPr lang="en-US" b="1" u="sng" dirty="0" smtClean="0"/>
              <a:t>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drawing</a:t>
            </a:r>
            <a:r>
              <a:rPr lang="en-US" dirty="0" smtClean="0"/>
              <a:t> Lines.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C:\Users\Dr. MP Mazibuko\Documents\2018 PRO PRACTICUM MASTER\5 Handbook\Metalwork\Y3 T3 Metalwork\Tools\Hammers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173" y="574533"/>
            <a:ext cx="2265607" cy="1524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 ">
            <a:hlinkClick r:id="rId3" tgtFrame="&quot;_blank&quot;"/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2" y="3798026"/>
            <a:ext cx="1854104" cy="8734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05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2192000" cy="6850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13. </a:t>
            </a:r>
            <a:r>
              <a:rPr lang="en-US" sz="2400" u="sng" dirty="0" smtClean="0"/>
              <a:t>Marking Knife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drawing</a:t>
            </a:r>
            <a:r>
              <a:rPr lang="en-US" dirty="0" smtClean="0"/>
              <a:t> lines and </a:t>
            </a:r>
            <a:r>
              <a:rPr lang="en-US" u="sng" dirty="0" smtClean="0"/>
              <a:t>cutting</a:t>
            </a:r>
            <a:r>
              <a:rPr lang="en-US" dirty="0" smtClean="0"/>
              <a:t> in the workshop.</a:t>
            </a:r>
          </a:p>
          <a:p>
            <a:pPr marL="0" indent="0">
              <a:buNone/>
            </a:pPr>
            <a:r>
              <a:rPr lang="en-US" sz="3200" u="sng" dirty="0" smtClean="0">
                <a:solidFill>
                  <a:schemeClr val="accent1"/>
                </a:solidFill>
              </a:rPr>
              <a:t>Demonstration Video</a:t>
            </a:r>
            <a:r>
              <a:rPr lang="en-US" sz="3200" dirty="0" smtClean="0">
                <a:solidFill>
                  <a:schemeClr val="accent1"/>
                </a:solidFill>
              </a:rPr>
              <a:t> :</a:t>
            </a:r>
            <a:endParaRPr lang="en-US" sz="32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-</a:t>
            </a:r>
            <a:endParaRPr lang="en-US" sz="32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/>
              <a:t>                          </a:t>
            </a:r>
            <a:endParaRPr lang="en-US" dirty="0"/>
          </a:p>
          <a:p>
            <a:pPr marL="0" indent="0">
              <a:buNone/>
            </a:pPr>
            <a:r>
              <a:rPr lang="en-US" sz="2400" u="sng" dirty="0" smtClean="0"/>
              <a:t>Feedback</a:t>
            </a:r>
            <a:r>
              <a:rPr lang="en-US" sz="2400" dirty="0" smtClean="0"/>
              <a:t> : Activity </a:t>
            </a:r>
          </a:p>
          <a:p>
            <a:pPr marL="0" indent="0">
              <a:buNone/>
            </a:pPr>
            <a:r>
              <a:rPr lang="en-US" dirty="0" smtClean="0"/>
              <a:t>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http://static.axminster.co.uk/media/catalog/product/cache/1/image/9df78eab33525d08d6e5fb8d27136e95/4/0/400407_xl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8674" y="627092"/>
            <a:ext cx="2538621" cy="1523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294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605343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 : Maintenance						</a:t>
            </a:r>
            <a:r>
              <a:rPr lang="en-US" sz="2700" smtClean="0"/>
              <a:t>        Marks : </a:t>
            </a:r>
            <a:r>
              <a:rPr lang="en-US" sz="2700" dirty="0" smtClean="0"/>
              <a:t>10</a:t>
            </a:r>
            <a:br>
              <a:rPr lang="en-US" sz="2700" dirty="0" smtClean="0"/>
            </a:br>
            <a:r>
              <a:rPr lang="en-US" sz="2700" dirty="0" smtClean="0"/>
              <a:t>Grade	    : Year 2 						             Time  </a:t>
            </a:r>
            <a:r>
              <a:rPr lang="en-US" sz="2700" smtClean="0"/>
              <a:t>:  30mins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dirty="0" smtClean="0"/>
              <a:t>Date       :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0" indent="0">
              <a:buNone/>
            </a:pPr>
            <a:r>
              <a:rPr lang="en-US" sz="2400" dirty="0" smtClean="0"/>
              <a:t>1. Name the following tools depicted below</a:t>
            </a:r>
            <a:r>
              <a:rPr lang="en-US" sz="2400" dirty="0"/>
              <a:t>:</a:t>
            </a: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 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4. ______________________</a:t>
            </a:r>
            <a:endParaRPr lang="en-US" sz="2400" dirty="0"/>
          </a:p>
        </p:txBody>
      </p:sp>
      <p:pic>
        <p:nvPicPr>
          <p:cNvPr id="4" name="Picture 3" descr="Related imag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580" y="2899521"/>
            <a:ext cx="2305318" cy="128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 ">
            <a:hlinkClick r:id="rId3" tgtFrame="&quot;_blank&quot;"/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633"/>
          <a:stretch/>
        </p:blipFill>
        <p:spPr bwMode="auto">
          <a:xfrm>
            <a:off x="5901934" y="2739887"/>
            <a:ext cx="2276150" cy="1601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80" y="4910070"/>
            <a:ext cx="1699411" cy="1223493"/>
          </a:xfrm>
          <a:prstGeom prst="rect">
            <a:avLst/>
          </a:prstGeom>
          <a:noFill/>
        </p:spPr>
      </p:pic>
      <p:pic>
        <p:nvPicPr>
          <p:cNvPr id="7" name="Picture 6" descr=" ">
            <a:hlinkClick r:id="rId6" tgtFrame="&quot;_blank&quot;"/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957" y="5085107"/>
            <a:ext cx="1854104" cy="8734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707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_________________  				             6. 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3657600" lvl="8" indent="0">
              <a:buNone/>
            </a:pPr>
            <a:r>
              <a:rPr lang="en-US" dirty="0" smtClean="0"/>
              <a:t>					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7. __________________ 				            8.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9. __________________ 				           10.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															   (10) </a:t>
            </a:r>
            <a:endParaRPr lang="en-US" dirty="0"/>
          </a:p>
        </p:txBody>
      </p:sp>
      <p:pic>
        <p:nvPicPr>
          <p:cNvPr id="4" name="Picture 3" descr="Image result for COPING SAWs  for woodworki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9179" y="282365"/>
            <a:ext cx="2129170" cy="941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:\Users\User1\Pictures\2014-08-10 Whats up import\Square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0800000">
            <a:off x="373226" y="3916639"/>
            <a:ext cx="2035123" cy="1344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C:\Users\Dr. MP Mazibuko\Documents\2018 PRO PRACTICUM MASTER\5 Handbook\Downloads\Year 4\Chisel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35174">
            <a:off x="5893013" y="148464"/>
            <a:ext cx="1728338" cy="120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http://static.axminster.co.uk/media/catalog/product/cache/1/image/9df78eab33525d08d6e5fb8d27136e95/4/0/400407_xl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43249" y="3826801"/>
            <a:ext cx="2538621" cy="1523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Image result for measuring tape for woodworking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9397" y="2060620"/>
            <a:ext cx="2356834" cy="139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Compasso Groz 8’’ "/>
          <p:cNvPicPr/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373646" y="2202782"/>
            <a:ext cx="2344135" cy="1082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3785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4873</TotalTime>
  <Words>236</Words>
  <Application>Microsoft Office PowerPoint</Application>
  <PresentationFormat>Widescreen</PresentationFormat>
  <Paragraphs>144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Kwa Thema Skills School Subject  : Maintenance              Marks : 10 Grade     : Year 2                    Time  :  30mins Date       :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89</cp:revision>
  <cp:lastPrinted>2022-08-31T07:07:01Z</cp:lastPrinted>
  <dcterms:created xsi:type="dcterms:W3CDTF">2022-08-25T11:18:17Z</dcterms:created>
  <dcterms:modified xsi:type="dcterms:W3CDTF">2024-03-04T08:49:23Z</dcterms:modified>
</cp:coreProperties>
</file>