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-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10772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u="sng" dirty="0" smtClean="0"/>
              <a:t>Flooring</a:t>
            </a:r>
            <a:endParaRPr lang="en-US" sz="7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365337"/>
            <a:ext cx="12192000" cy="549266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u="sng" dirty="0" smtClean="0"/>
              <a:t>Safety in flooring.</a:t>
            </a:r>
          </a:p>
          <a:p>
            <a:pPr algn="l"/>
            <a:r>
              <a:rPr lang="en-US" sz="2400" b="1" dirty="0" smtClean="0"/>
              <a:t>1. Conduct a </a:t>
            </a:r>
            <a:r>
              <a:rPr lang="en-US" sz="2400" b="1" u="sng" dirty="0" smtClean="0"/>
              <a:t>floor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walkways</a:t>
            </a:r>
            <a:r>
              <a:rPr lang="en-US" sz="2400" b="1" dirty="0" smtClean="0"/>
              <a:t> audit.</a:t>
            </a:r>
          </a:p>
          <a:p>
            <a:pPr algn="l"/>
            <a:r>
              <a:rPr lang="en-US" sz="2400" b="1" dirty="0" smtClean="0"/>
              <a:t>2. </a:t>
            </a:r>
            <a:r>
              <a:rPr lang="en-US" sz="2400" b="1" u="sng" dirty="0" smtClean="0"/>
              <a:t>Wipe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organize</a:t>
            </a:r>
            <a:r>
              <a:rPr lang="en-US" sz="2400" b="1" dirty="0" smtClean="0"/>
              <a:t> work areas.</a:t>
            </a:r>
          </a:p>
          <a:p>
            <a:pPr algn="l"/>
            <a:r>
              <a:rPr lang="en-US" sz="2400" b="1" dirty="0" smtClean="0"/>
              <a:t>3. </a:t>
            </a:r>
            <a:r>
              <a:rPr lang="en-US" sz="2400" b="1" u="sng" dirty="0" smtClean="0"/>
              <a:t>Repair</a:t>
            </a:r>
            <a:r>
              <a:rPr lang="en-US" sz="2400" b="1" dirty="0" smtClean="0"/>
              <a:t> problem areas.</a:t>
            </a:r>
          </a:p>
          <a:p>
            <a:pPr algn="l"/>
            <a:r>
              <a:rPr lang="en-US" sz="2400" b="1" dirty="0" smtClean="0"/>
              <a:t>4. Create floor </a:t>
            </a:r>
            <a:r>
              <a:rPr lang="en-US" sz="2400" b="1" u="sng" dirty="0" smtClean="0"/>
              <a:t>cleaning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maintenanc</a:t>
            </a:r>
            <a:r>
              <a:rPr lang="en-US" sz="2400" b="1" dirty="0" smtClean="0"/>
              <a:t>e procedures</a:t>
            </a:r>
          </a:p>
          <a:p>
            <a:pPr algn="l"/>
            <a:r>
              <a:rPr lang="en-US" sz="2400" b="1" dirty="0" smtClean="0"/>
              <a:t>5. Establish </a:t>
            </a:r>
            <a:r>
              <a:rPr lang="en-US" sz="2400" b="1" u="sng" dirty="0" smtClean="0"/>
              <a:t>foot-wear</a:t>
            </a:r>
            <a:r>
              <a:rPr lang="en-US" sz="2400" b="1" dirty="0" smtClean="0"/>
              <a:t> guidelines.</a:t>
            </a:r>
          </a:p>
          <a:p>
            <a:pPr algn="l"/>
            <a:r>
              <a:rPr lang="en-US" sz="2400" b="1" dirty="0" smtClean="0"/>
              <a:t>6. Implement </a:t>
            </a:r>
            <a:r>
              <a:rPr lang="en-US" sz="2400" b="1" u="sng" dirty="0" smtClean="0"/>
              <a:t>slip</a:t>
            </a:r>
            <a:r>
              <a:rPr lang="en-US" sz="2400" b="1" dirty="0" smtClean="0"/>
              <a:t>, </a:t>
            </a:r>
            <a:r>
              <a:rPr lang="en-US" sz="2400" b="1" u="sng" dirty="0" smtClean="0"/>
              <a:t>trip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fall</a:t>
            </a:r>
            <a:r>
              <a:rPr lang="en-US" sz="2400" b="1" dirty="0" smtClean="0"/>
              <a:t> prevention control.</a:t>
            </a:r>
          </a:p>
          <a:p>
            <a:pPr algn="l"/>
            <a:r>
              <a:rPr lang="en-US" sz="2400" b="1" dirty="0" smtClean="0"/>
              <a:t>7. Use </a:t>
            </a:r>
            <a:r>
              <a:rPr lang="en-US" sz="2400" b="1" u="sng" dirty="0" smtClean="0"/>
              <a:t>containment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absorbents</a:t>
            </a:r>
            <a:r>
              <a:rPr lang="en-US" sz="2400" b="1" dirty="0" smtClean="0"/>
              <a:t> in areas wit regular leaks and drips.</a:t>
            </a:r>
          </a:p>
          <a:p>
            <a:pPr algn="l"/>
            <a:r>
              <a:rPr lang="en-US" sz="2400" b="1" dirty="0" smtClean="0"/>
              <a:t>8. Prepare for </a:t>
            </a:r>
            <a:r>
              <a:rPr lang="en-US" sz="2400" b="1" u="sng" dirty="0" smtClean="0"/>
              <a:t>spills</a:t>
            </a:r>
            <a:r>
              <a:rPr lang="en-US" sz="2400" b="1" dirty="0" smtClean="0"/>
              <a:t>.</a:t>
            </a:r>
          </a:p>
          <a:p>
            <a:pPr algn="l"/>
            <a:r>
              <a:rPr lang="en-US" sz="2400" b="1" dirty="0" smtClean="0"/>
              <a:t>9. Use appropriate </a:t>
            </a:r>
            <a:r>
              <a:rPr lang="en-US" sz="2400" b="1" u="sng" dirty="0" smtClean="0"/>
              <a:t>signage</a:t>
            </a:r>
            <a:r>
              <a:rPr lang="en-US" sz="2400" b="1" dirty="0" smtClean="0"/>
              <a:t>, </a:t>
            </a:r>
            <a:r>
              <a:rPr lang="en-US" sz="2400" b="1" u="sng" dirty="0" smtClean="0"/>
              <a:t>barricades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lightning</a:t>
            </a:r>
            <a:r>
              <a:rPr lang="en-US" sz="2400" b="1" dirty="0" smtClean="0"/>
              <a:t>.</a:t>
            </a:r>
          </a:p>
          <a:p>
            <a:pPr algn="l"/>
            <a:r>
              <a:rPr lang="en-US" sz="2400" b="1" dirty="0" smtClean="0"/>
              <a:t>10</a:t>
            </a:r>
            <a:r>
              <a:rPr lang="en-US" sz="2400" b="1" dirty="0" smtClean="0"/>
              <a:t>. All learners must trained </a:t>
            </a:r>
            <a:r>
              <a:rPr lang="en-US" sz="2400" b="1" dirty="0" smtClean="0"/>
              <a:t>about floor </a:t>
            </a:r>
            <a:r>
              <a:rPr lang="en-US" sz="2400" b="1" u="sng" dirty="0" smtClean="0"/>
              <a:t>safety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919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8"/>
            <a:ext cx="12192000" cy="109392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Kwa Thema Skills School</a:t>
            </a:r>
            <a:br>
              <a:rPr lang="en-US" sz="4000" dirty="0"/>
            </a:br>
            <a:r>
              <a:rPr lang="en-US" sz="2000" dirty="0" smtClean="0"/>
              <a:t>Subject  </a:t>
            </a:r>
            <a:r>
              <a:rPr lang="en-US" sz="2000" dirty="0" smtClean="0"/>
              <a:t>	: Maintenance     						    </a:t>
            </a:r>
            <a:r>
              <a:rPr lang="en-US" sz="2000" dirty="0" smtClean="0"/>
              <a:t>				Marks </a:t>
            </a:r>
            <a:r>
              <a:rPr lang="en-US" sz="2000" dirty="0" smtClean="0"/>
              <a:t>:10</a:t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	: Year 2   						</a:t>
            </a:r>
            <a:r>
              <a:rPr lang="en-US" sz="2000" smtClean="0"/>
              <a:t>                </a:t>
            </a:r>
            <a:r>
              <a:rPr lang="en-US" sz="2000" smtClean="0"/>
              <a:t>Time </a:t>
            </a:r>
            <a:r>
              <a:rPr lang="en-US" sz="2000" dirty="0" smtClean="0"/>
              <a:t>: 30mins</a:t>
            </a:r>
            <a:br>
              <a:rPr lang="en-US" sz="2000" dirty="0" smtClean="0"/>
            </a:br>
            <a:r>
              <a:rPr lang="en-US" sz="2000" dirty="0" smtClean="0"/>
              <a:t>Date       	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079515"/>
              </p:ext>
            </p:extLst>
          </p:nvPr>
        </p:nvGraphicFramePr>
        <p:xfrm>
          <a:off x="-1" y="1471825"/>
          <a:ext cx="12192001" cy="6947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2001"/>
              </a:tblGrid>
              <a:tr h="6279422">
                <a:tc>
                  <a:txBody>
                    <a:bodyPr/>
                    <a:lstStyle/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u="sng" dirty="0" smtClean="0">
                          <a:effectLst/>
                        </a:rPr>
                        <a:t>Question :</a:t>
                      </a:r>
                      <a:r>
                        <a:rPr lang="en-US" sz="2000" u="sng" baseline="0" dirty="0" smtClean="0">
                          <a:effectLst/>
                        </a:rPr>
                        <a:t>1</a:t>
                      </a:r>
                      <a:r>
                        <a:rPr lang="en-US" sz="2000" baseline="0" dirty="0" smtClean="0">
                          <a:effectLst/>
                        </a:rPr>
                        <a:t>                       </a:t>
                      </a:r>
                      <a:r>
                        <a:rPr lang="en-US" sz="2000" u="sng" baseline="0" dirty="0" smtClean="0">
                          <a:effectLst/>
                        </a:rPr>
                        <a:t>Safety rules</a:t>
                      </a: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baseline="0" dirty="0" smtClean="0">
                        <a:effectLst/>
                      </a:endParaRPr>
                    </a:p>
                    <a:p>
                      <a:pPr marL="453390" marR="0" indent="-226695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aseline="0" dirty="0" smtClean="0">
                          <a:effectLst/>
                        </a:rPr>
                        <a:t>1. </a:t>
                      </a:r>
                      <a:r>
                        <a:rPr lang="en-US" sz="2000" baseline="0" dirty="0" smtClean="0">
                          <a:effectLst/>
                        </a:rPr>
                        <a:t>State whether the following statements are </a:t>
                      </a:r>
                      <a:r>
                        <a:rPr lang="en-US" sz="2000" u="sng" baseline="0" dirty="0" smtClean="0">
                          <a:effectLst/>
                        </a:rPr>
                        <a:t>true</a:t>
                      </a:r>
                      <a:r>
                        <a:rPr lang="en-US" sz="2000" baseline="0" dirty="0" smtClean="0">
                          <a:effectLst/>
                        </a:rPr>
                        <a:t> or </a:t>
                      </a:r>
                      <a:r>
                        <a:rPr lang="en-US" sz="2000" u="sng" baseline="0" dirty="0" smtClean="0">
                          <a:effectLst/>
                        </a:rPr>
                        <a:t>false</a:t>
                      </a:r>
                      <a:r>
                        <a:rPr lang="en-US" sz="2000" baseline="0" dirty="0" smtClean="0">
                          <a:effectLst/>
                        </a:rPr>
                        <a:t>.</a:t>
                      </a:r>
                      <a:endParaRPr lang="en-US" sz="1100" u="sng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1.1</a:t>
                      </a:r>
                      <a:r>
                        <a:rPr lang="en-ZA" sz="1800" dirty="0" smtClean="0">
                          <a:effectLst/>
                        </a:rPr>
                        <a:t>. </a:t>
                      </a:r>
                      <a:r>
                        <a:rPr lang="en-ZA" sz="1800" dirty="0" smtClean="0">
                          <a:effectLst/>
                        </a:rPr>
                        <a:t>Implement</a:t>
                      </a:r>
                      <a:r>
                        <a:rPr lang="en-ZA" sz="1800" baseline="0" dirty="0" smtClean="0">
                          <a:effectLst/>
                        </a:rPr>
                        <a:t> slip, trip and fall prevention control.</a:t>
                      </a:r>
                      <a:r>
                        <a:rPr lang="en-ZA" sz="1800" dirty="0" smtClean="0">
                          <a:effectLst/>
                        </a:rPr>
                        <a:t> ________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1.2.</a:t>
                      </a:r>
                      <a:r>
                        <a:rPr lang="en-ZA" sz="1800" baseline="0" dirty="0" smtClean="0">
                          <a:effectLst/>
                        </a:rPr>
                        <a:t> </a:t>
                      </a:r>
                      <a:r>
                        <a:rPr lang="en-ZA" sz="1800" baseline="0" dirty="0" smtClean="0">
                          <a:effectLst/>
                        </a:rPr>
                        <a:t>Wipe and organise work areas. _________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1.3.</a:t>
                      </a:r>
                      <a:r>
                        <a:rPr lang="en-ZA" sz="1800" baseline="0" dirty="0" smtClean="0">
                          <a:effectLst/>
                        </a:rPr>
                        <a:t> </a:t>
                      </a:r>
                      <a:r>
                        <a:rPr lang="en-ZA" sz="1800" baseline="0" dirty="0" smtClean="0">
                          <a:effectLst/>
                        </a:rPr>
                        <a:t>Conduct a floor and walkways audit. ________</a:t>
                      </a:r>
                      <a:endParaRPr lang="en-US" sz="1800" baseline="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baseline="0" dirty="0" smtClean="0">
                          <a:effectLst/>
                        </a:rPr>
                        <a:t>   1.4. </a:t>
                      </a:r>
                      <a:r>
                        <a:rPr lang="en-US" sz="1800" baseline="0" dirty="0" smtClean="0">
                          <a:effectLst/>
                        </a:rPr>
                        <a:t>Use containment and absorbents in areas with regular leaks and drips. ________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1.5. </a:t>
                      </a:r>
                      <a:r>
                        <a:rPr lang="en-ZA" sz="1800" dirty="0" smtClean="0">
                          <a:effectLst/>
                        </a:rPr>
                        <a:t>Establish</a:t>
                      </a:r>
                      <a:r>
                        <a:rPr lang="en-ZA" sz="1800" baseline="0" dirty="0" smtClean="0">
                          <a:effectLst/>
                        </a:rPr>
                        <a:t> footwear guidelines. _______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US" sz="1800" dirty="0" smtClean="0">
                          <a:effectLst/>
                        </a:rPr>
                        <a:t>   1.6.</a:t>
                      </a:r>
                      <a:r>
                        <a:rPr lang="en-US" sz="1800" baseline="0" dirty="0" smtClean="0">
                          <a:effectLst/>
                        </a:rPr>
                        <a:t> </a:t>
                      </a:r>
                      <a:r>
                        <a:rPr lang="en-US" sz="1800" baseline="0" dirty="0" smtClean="0">
                          <a:effectLst/>
                        </a:rPr>
                        <a:t>Use appropriate signage, barricades and lightning. ________</a:t>
                      </a:r>
                      <a:endParaRPr lang="en-ZA" sz="1800" dirty="0" smtClean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1.7. </a:t>
                      </a:r>
                      <a:r>
                        <a:rPr lang="en-ZA" sz="1800" dirty="0" smtClean="0">
                          <a:effectLst/>
                        </a:rPr>
                        <a:t>All learners</a:t>
                      </a:r>
                      <a:r>
                        <a:rPr lang="en-ZA" sz="1800" baseline="0" dirty="0" smtClean="0">
                          <a:effectLst/>
                        </a:rPr>
                        <a:t> must be trained about floor safety.</a:t>
                      </a:r>
                      <a:r>
                        <a:rPr lang="en-ZA" sz="1800" dirty="0" smtClean="0">
                          <a:effectLst/>
                        </a:rPr>
                        <a:t> _________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1.8.</a:t>
                      </a:r>
                      <a:r>
                        <a:rPr lang="en-ZA" sz="1800" baseline="0" dirty="0" smtClean="0">
                          <a:effectLst/>
                        </a:rPr>
                        <a:t> </a:t>
                      </a:r>
                      <a:r>
                        <a:rPr lang="en-ZA" sz="1800" baseline="0" dirty="0" smtClean="0">
                          <a:effectLst/>
                        </a:rPr>
                        <a:t>Repair problem areas. __________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1.9. </a:t>
                      </a:r>
                      <a:r>
                        <a:rPr lang="en-ZA" sz="1800" dirty="0" smtClean="0">
                          <a:effectLst/>
                        </a:rPr>
                        <a:t>Prepare</a:t>
                      </a:r>
                      <a:r>
                        <a:rPr lang="en-ZA" sz="1800" baseline="0" dirty="0" smtClean="0">
                          <a:effectLst/>
                        </a:rPr>
                        <a:t> for spills.</a:t>
                      </a:r>
                      <a:r>
                        <a:rPr lang="en-ZA" sz="1800" dirty="0" smtClean="0">
                          <a:effectLst/>
                        </a:rPr>
                        <a:t> ___________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None/>
                      </a:pPr>
                      <a:r>
                        <a:rPr lang="en-ZA" sz="1800" dirty="0" smtClean="0">
                          <a:effectLst/>
                        </a:rPr>
                        <a:t>   1.10.</a:t>
                      </a:r>
                      <a:r>
                        <a:rPr lang="en-ZA" sz="1800" baseline="0" dirty="0" smtClean="0">
                          <a:effectLst/>
                        </a:rPr>
                        <a:t> </a:t>
                      </a:r>
                      <a:r>
                        <a:rPr lang="en-ZA" sz="1800" baseline="0" dirty="0" smtClean="0">
                          <a:effectLst/>
                        </a:rPr>
                        <a:t>Use protective equipments for </a:t>
                      </a:r>
                      <a:r>
                        <a:rPr lang="en-ZA" sz="1800" u="sng" baseline="0" dirty="0" smtClean="0">
                          <a:effectLst/>
                        </a:rPr>
                        <a:t>eyes</a:t>
                      </a:r>
                      <a:r>
                        <a:rPr lang="en-ZA" sz="1800" baseline="0" dirty="0" smtClean="0">
                          <a:effectLst/>
                        </a:rPr>
                        <a:t>, </a:t>
                      </a:r>
                      <a:r>
                        <a:rPr lang="en-ZA" sz="1800" u="sng" baseline="0" dirty="0" smtClean="0">
                          <a:effectLst/>
                        </a:rPr>
                        <a:t>skin</a:t>
                      </a:r>
                      <a:r>
                        <a:rPr lang="en-ZA" sz="1800" baseline="0" dirty="0" smtClean="0">
                          <a:effectLst/>
                        </a:rPr>
                        <a:t> and ____________.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 smtClean="0">
                          <a:effectLst/>
                        </a:rPr>
                        <a:t> 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 smtClean="0">
                          <a:effectLst/>
                        </a:rPr>
                        <a:t>                                                                                                     (10)</a:t>
                      </a:r>
                      <a:endParaRPr lang="en-US" sz="1800" dirty="0" smtClean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219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  <a:tr h="21986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467</TotalTime>
  <Words>221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Flooring</vt:lpstr>
      <vt:lpstr> Kwa Thema Skills School Subject   : Maintenance                   Marks :10 Grade     : Year 2                         Time : 30mins Date     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85</cp:revision>
  <dcterms:created xsi:type="dcterms:W3CDTF">2022-08-25T11:18:17Z</dcterms:created>
  <dcterms:modified xsi:type="dcterms:W3CDTF">2022-10-19T06:30:35Z</dcterms:modified>
</cp:coreProperties>
</file>