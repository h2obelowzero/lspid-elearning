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2" r:id="rId4"/>
    <p:sldId id="262" r:id="rId5"/>
    <p:sldId id="273" r:id="rId6"/>
    <p:sldId id="260" r:id="rId7"/>
    <p:sldId id="269" r:id="rId8"/>
    <p:sldId id="270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10772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u="sng" dirty="0" smtClean="0"/>
              <a:t>Flooring</a:t>
            </a:r>
            <a:endParaRPr lang="en-US" sz="72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365337"/>
            <a:ext cx="12192000" cy="5492663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b="1" u="sng" dirty="0" smtClean="0"/>
              <a:t>Safety in flooring.</a:t>
            </a:r>
          </a:p>
          <a:p>
            <a:pPr algn="l"/>
            <a:r>
              <a:rPr lang="en-US" sz="2400" b="1" dirty="0" smtClean="0"/>
              <a:t>1. Conduct a </a:t>
            </a:r>
            <a:r>
              <a:rPr lang="en-US" sz="2400" b="1" u="sng" dirty="0" smtClean="0"/>
              <a:t>floor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walkways</a:t>
            </a:r>
            <a:r>
              <a:rPr lang="en-US" sz="2400" b="1" dirty="0" smtClean="0"/>
              <a:t> audit.</a:t>
            </a:r>
          </a:p>
          <a:p>
            <a:pPr algn="l"/>
            <a:r>
              <a:rPr lang="en-US" sz="2400" b="1" dirty="0" smtClean="0"/>
              <a:t>2. </a:t>
            </a:r>
            <a:r>
              <a:rPr lang="en-US" sz="2400" b="1" u="sng" dirty="0" smtClean="0"/>
              <a:t>Wipe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organize</a:t>
            </a:r>
            <a:r>
              <a:rPr lang="en-US" sz="2400" b="1" dirty="0" smtClean="0"/>
              <a:t> work areas.</a:t>
            </a:r>
          </a:p>
          <a:p>
            <a:pPr algn="l"/>
            <a:r>
              <a:rPr lang="en-US" sz="2400" b="1" dirty="0" smtClean="0"/>
              <a:t>3. </a:t>
            </a:r>
            <a:r>
              <a:rPr lang="en-US" sz="2400" b="1" u="sng" dirty="0" smtClean="0"/>
              <a:t>Repair</a:t>
            </a:r>
            <a:r>
              <a:rPr lang="en-US" sz="2400" b="1" dirty="0" smtClean="0"/>
              <a:t> problem areas.</a:t>
            </a:r>
          </a:p>
          <a:p>
            <a:pPr algn="l"/>
            <a:r>
              <a:rPr lang="en-US" sz="2400" b="1" dirty="0" smtClean="0"/>
              <a:t>4. Create floor </a:t>
            </a:r>
            <a:r>
              <a:rPr lang="en-US" sz="2400" b="1" u="sng" dirty="0" smtClean="0"/>
              <a:t>cleaning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maintenanc</a:t>
            </a:r>
            <a:r>
              <a:rPr lang="en-US" sz="2400" b="1" dirty="0" smtClean="0"/>
              <a:t>e procedures</a:t>
            </a:r>
          </a:p>
          <a:p>
            <a:pPr algn="l"/>
            <a:r>
              <a:rPr lang="en-US" sz="2400" b="1" dirty="0" smtClean="0"/>
              <a:t>5. Establish </a:t>
            </a:r>
            <a:r>
              <a:rPr lang="en-US" sz="2400" b="1" u="sng" dirty="0" smtClean="0"/>
              <a:t>foot-wear</a:t>
            </a:r>
            <a:r>
              <a:rPr lang="en-US" sz="2400" b="1" dirty="0" smtClean="0"/>
              <a:t> guidelines.</a:t>
            </a:r>
          </a:p>
          <a:p>
            <a:pPr algn="l"/>
            <a:r>
              <a:rPr lang="en-US" sz="2400" b="1" dirty="0" smtClean="0"/>
              <a:t>6. Implement </a:t>
            </a:r>
            <a:r>
              <a:rPr lang="en-US" sz="2400" b="1" u="sng" dirty="0" smtClean="0"/>
              <a:t>slip</a:t>
            </a:r>
            <a:r>
              <a:rPr lang="en-US" sz="2400" b="1" dirty="0" smtClean="0"/>
              <a:t>, </a:t>
            </a:r>
            <a:r>
              <a:rPr lang="en-US" sz="2400" b="1" u="sng" dirty="0" smtClean="0"/>
              <a:t>trip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fall</a:t>
            </a:r>
            <a:r>
              <a:rPr lang="en-US" sz="2400" b="1" dirty="0" smtClean="0"/>
              <a:t> prevention control.</a:t>
            </a:r>
          </a:p>
          <a:p>
            <a:pPr algn="l"/>
            <a:r>
              <a:rPr lang="en-US" sz="2400" b="1" dirty="0" smtClean="0"/>
              <a:t>7. Use </a:t>
            </a:r>
            <a:r>
              <a:rPr lang="en-US" sz="2400" b="1" u="sng" dirty="0" smtClean="0"/>
              <a:t>containment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absorbents</a:t>
            </a:r>
            <a:r>
              <a:rPr lang="en-US" sz="2400" b="1" dirty="0" smtClean="0"/>
              <a:t> in areas wit regular leaks and drips.</a:t>
            </a:r>
          </a:p>
          <a:p>
            <a:pPr algn="l"/>
            <a:r>
              <a:rPr lang="en-US" sz="2400" b="1" dirty="0" smtClean="0"/>
              <a:t>8. Prepare for </a:t>
            </a:r>
            <a:r>
              <a:rPr lang="en-US" sz="2400" b="1" u="sng" dirty="0" smtClean="0"/>
              <a:t>spills</a:t>
            </a:r>
            <a:r>
              <a:rPr lang="en-US" sz="2400" b="1" dirty="0" smtClean="0"/>
              <a:t>.</a:t>
            </a:r>
          </a:p>
          <a:p>
            <a:pPr algn="l"/>
            <a:r>
              <a:rPr lang="en-US" sz="2400" b="1" dirty="0" smtClean="0"/>
              <a:t>9. Use appropriate </a:t>
            </a:r>
            <a:r>
              <a:rPr lang="en-US" sz="2400" b="1" u="sng" dirty="0" smtClean="0"/>
              <a:t>signage</a:t>
            </a:r>
            <a:r>
              <a:rPr lang="en-US" sz="2400" b="1" dirty="0" smtClean="0"/>
              <a:t>, </a:t>
            </a:r>
            <a:r>
              <a:rPr lang="en-US" sz="2400" b="1" u="sng" dirty="0" smtClean="0"/>
              <a:t>barricades</a:t>
            </a:r>
            <a:r>
              <a:rPr lang="en-US" sz="2400" b="1" dirty="0" smtClean="0"/>
              <a:t> and </a:t>
            </a:r>
            <a:r>
              <a:rPr lang="en-US" sz="2400" b="1" u="sng" dirty="0" smtClean="0"/>
              <a:t>lightning</a:t>
            </a:r>
            <a:r>
              <a:rPr lang="en-US" sz="2400" b="1" dirty="0" smtClean="0"/>
              <a:t>.</a:t>
            </a:r>
          </a:p>
          <a:p>
            <a:pPr algn="l"/>
            <a:r>
              <a:rPr lang="en-US" sz="2400" b="1" dirty="0" smtClean="0"/>
              <a:t>10.Learn about floor </a:t>
            </a:r>
            <a:r>
              <a:rPr lang="en-US" sz="2400" b="1" u="sng" dirty="0" smtClean="0"/>
              <a:t>safety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755337"/>
          </a:xfrm>
        </p:spPr>
        <p:txBody>
          <a:bodyPr/>
          <a:lstStyle/>
          <a:p>
            <a:r>
              <a:rPr lang="en-US" b="1" u="sng" dirty="0" smtClean="0"/>
              <a:t>Basic flooring finishing.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1521"/>
            <a:ext cx="11353799" cy="595647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000" u="sng" dirty="0" smtClean="0"/>
              <a:t>1.Carpets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sz="2900" dirty="0" smtClean="0"/>
              <a:t>-</a:t>
            </a:r>
            <a:r>
              <a:rPr lang="en-US" sz="2900" u="sng" dirty="0"/>
              <a:t>Advantages</a:t>
            </a:r>
            <a:r>
              <a:rPr lang="en-US" sz="2900" dirty="0"/>
              <a:t>     </a:t>
            </a:r>
            <a:r>
              <a:rPr lang="en-US" sz="2900" dirty="0" smtClean="0"/>
              <a:t>: 1. It is inexpensive. 2. It </a:t>
            </a:r>
            <a:r>
              <a:rPr lang="en-US" sz="2900" smtClean="0"/>
              <a:t>is soft.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-</a:t>
            </a:r>
            <a:r>
              <a:rPr lang="en-US" sz="2900" u="sng" dirty="0"/>
              <a:t>Disadvantages</a:t>
            </a:r>
            <a:r>
              <a:rPr lang="en-US" sz="2900" dirty="0"/>
              <a:t> </a:t>
            </a:r>
            <a:r>
              <a:rPr lang="en-US" sz="2900" dirty="0" smtClean="0"/>
              <a:t>: 1. It holds dust.  2. It is difficult to clean. </a:t>
            </a:r>
            <a:endParaRPr lang="en-US" sz="29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5000" u="sng" dirty="0" smtClean="0"/>
              <a:t>2. Ceramic tiles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r>
              <a:rPr lang="en-US" sz="2900" dirty="0" smtClean="0"/>
              <a:t>-</a:t>
            </a:r>
            <a:r>
              <a:rPr lang="en-US" sz="2900" u="sng" dirty="0" smtClean="0"/>
              <a:t>Advantages</a:t>
            </a:r>
            <a:r>
              <a:rPr lang="en-US" sz="2900" dirty="0" smtClean="0"/>
              <a:t>     : 1. Durable 2. Easier to clean.</a:t>
            </a:r>
          </a:p>
          <a:p>
            <a:pPr marL="0" indent="0">
              <a:buNone/>
            </a:pPr>
            <a:r>
              <a:rPr lang="en-US" sz="2900" dirty="0" smtClean="0"/>
              <a:t>-</a:t>
            </a:r>
            <a:r>
              <a:rPr lang="en-US" sz="2900" u="sng" dirty="0"/>
              <a:t>Disadvantages</a:t>
            </a:r>
            <a:r>
              <a:rPr lang="en-US" sz="2900" dirty="0"/>
              <a:t> </a:t>
            </a:r>
            <a:r>
              <a:rPr lang="en-US" sz="2900" dirty="0" smtClean="0"/>
              <a:t>: 1. Cold surfaces. 2. Uncomfortable.</a:t>
            </a:r>
            <a:endParaRPr lang="en-US" sz="2900" dirty="0"/>
          </a:p>
          <a:p>
            <a:pPr>
              <a:buFontTx/>
              <a:buChar char="-"/>
            </a:pPr>
            <a:endParaRPr lang="en-US" sz="29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1" r="1396" b="14559"/>
          <a:stretch/>
        </p:blipFill>
        <p:spPr>
          <a:xfrm>
            <a:off x="1809480" y="1068207"/>
            <a:ext cx="2427227" cy="11773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858" y="3879760"/>
            <a:ext cx="2826473" cy="142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1353799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u="sng" dirty="0" smtClean="0"/>
              <a:t>3.Solid wood floors</a:t>
            </a:r>
          </a:p>
          <a:p>
            <a:pPr marL="0" indent="0">
              <a:buNone/>
            </a:pPr>
            <a:endParaRPr lang="en-US" sz="2600" u="sng" dirty="0" smtClean="0"/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u="sng" dirty="0" smtClean="0"/>
              <a:t>Advantages</a:t>
            </a:r>
            <a:r>
              <a:rPr lang="en-US" dirty="0" smtClean="0"/>
              <a:t>     : 1. Easy maintenance. 2.Long term investment.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u="sng" dirty="0" smtClean="0"/>
              <a:t>Disadvantages</a:t>
            </a:r>
            <a:r>
              <a:rPr lang="en-US" dirty="0" smtClean="0"/>
              <a:t> : 1. It is expensive 2. Scratching.</a:t>
            </a:r>
          </a:p>
          <a:p>
            <a:pPr marL="0" indent="0">
              <a:buNone/>
            </a:pPr>
            <a:r>
              <a:rPr lang="en-US" sz="2600" u="sng" dirty="0" smtClean="0"/>
              <a:t>4.Laminate floors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u="sng" dirty="0"/>
              <a:t>Advantages</a:t>
            </a:r>
            <a:r>
              <a:rPr lang="en-US" dirty="0"/>
              <a:t>     </a:t>
            </a:r>
            <a:r>
              <a:rPr lang="en-US" dirty="0" smtClean="0"/>
              <a:t>: 1.Resistant to stains. 2. Resistant to fading.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u="sng" dirty="0"/>
              <a:t>Disadvantages</a:t>
            </a:r>
            <a:r>
              <a:rPr lang="en-US" dirty="0"/>
              <a:t> </a:t>
            </a:r>
            <a:r>
              <a:rPr lang="en-US" dirty="0" smtClean="0"/>
              <a:t>: 1. Prone to water damage. 2. warping if installed improperly.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9" y="3736662"/>
            <a:ext cx="2557931" cy="15179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49" y="767209"/>
            <a:ext cx="2648081" cy="167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8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1228680"/>
          </a:xfrm>
        </p:spPr>
        <p:txBody>
          <a:bodyPr/>
          <a:lstStyle/>
          <a:p>
            <a:pPr algn="ctr"/>
            <a:r>
              <a:rPr lang="en-US" b="1" u="sng" dirty="0" smtClean="0"/>
              <a:t>Basic flooring tools.  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3929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u="sng" dirty="0" smtClean="0"/>
              <a:t>1.Stanley knives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fastening</a:t>
            </a:r>
            <a:r>
              <a:rPr lang="en-US" dirty="0" smtClean="0"/>
              <a:t> and </a:t>
            </a:r>
            <a:r>
              <a:rPr lang="en-US" u="sng" dirty="0" smtClean="0"/>
              <a:t>loosing</a:t>
            </a:r>
            <a:r>
              <a:rPr lang="en-US" dirty="0" smtClean="0"/>
              <a:t> screws.</a:t>
            </a:r>
          </a:p>
          <a:p>
            <a:pPr marL="0" indent="0">
              <a:buNone/>
            </a:pPr>
            <a:r>
              <a:rPr lang="en-US" sz="2200" u="sng" dirty="0" smtClean="0"/>
              <a:t>2.Trowels</a:t>
            </a:r>
            <a:endParaRPr lang="en-US" sz="2200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242" y="1898292"/>
            <a:ext cx="2215165" cy="12312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575" y="3870304"/>
            <a:ext cx="2356832" cy="151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u="sng" dirty="0" smtClean="0"/>
              <a:t>3.Spacers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fastening</a:t>
            </a:r>
            <a:r>
              <a:rPr lang="en-US" sz="2000" dirty="0" smtClean="0"/>
              <a:t> and </a:t>
            </a:r>
            <a:r>
              <a:rPr lang="en-US" sz="2000" u="sng" dirty="0" smtClean="0"/>
              <a:t>loosing</a:t>
            </a:r>
            <a:r>
              <a:rPr lang="en-US" sz="2000" dirty="0" smtClean="0"/>
              <a:t> screws.</a:t>
            </a:r>
          </a:p>
          <a:p>
            <a:pPr marL="0" indent="0">
              <a:buNone/>
            </a:pPr>
            <a:r>
              <a:rPr lang="en-US" sz="2000" u="sng" dirty="0" smtClean="0"/>
              <a:t>4.Tile cutters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 smtClean="0"/>
              <a:t>- It is used for general </a:t>
            </a:r>
            <a:r>
              <a:rPr lang="en-US" sz="2000" u="sng" dirty="0" smtClean="0"/>
              <a:t>hammering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u="sng" dirty="0" smtClean="0"/>
              <a:t>5. Cutting edges</a:t>
            </a:r>
            <a:endParaRPr lang="en-US" sz="2000" u="sng" dirty="0"/>
          </a:p>
          <a:p>
            <a:pPr marL="0" indent="0">
              <a:buNone/>
            </a:pPr>
            <a:r>
              <a:rPr lang="en-US" dirty="0" smtClean="0"/>
              <a:t>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-It </a:t>
            </a:r>
            <a:r>
              <a:rPr lang="en-US" dirty="0"/>
              <a:t>is used for general </a:t>
            </a:r>
            <a:r>
              <a:rPr lang="en-US" u="sng" dirty="0"/>
              <a:t>hammering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88" y="7937"/>
            <a:ext cx="2099929" cy="1552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287" y="2137568"/>
            <a:ext cx="2176530" cy="1381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255" y="4095749"/>
            <a:ext cx="1996562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3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43" y="93361"/>
            <a:ext cx="11709579" cy="510381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Basic flooring materials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6142"/>
            <a:ext cx="11198136" cy="61018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1.Tile </a:t>
            </a:r>
            <a:r>
              <a:rPr lang="en-US" sz="2000" u="sng" dirty="0" smtClean="0"/>
              <a:t>cements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</a:t>
            </a:r>
            <a:r>
              <a:rPr lang="en-US" sz="2000" dirty="0" smtClean="0"/>
              <a:t>used for </a:t>
            </a:r>
            <a:r>
              <a:rPr lang="en-US" sz="2000" u="sng" dirty="0" smtClean="0"/>
              <a:t>fastening</a:t>
            </a:r>
            <a:r>
              <a:rPr lang="en-US" sz="2000" dirty="0" smtClean="0"/>
              <a:t> and </a:t>
            </a:r>
            <a:r>
              <a:rPr lang="en-US" sz="2000" u="sng" dirty="0" smtClean="0"/>
              <a:t>loosening </a:t>
            </a:r>
            <a:r>
              <a:rPr lang="en-US" sz="2000" dirty="0" smtClean="0"/>
              <a:t>of bolts, nuts and fittings.</a:t>
            </a:r>
          </a:p>
          <a:p>
            <a:pPr marL="0" indent="0">
              <a:buNone/>
            </a:pPr>
            <a:r>
              <a:rPr lang="en-US" sz="2000" u="sng" dirty="0" smtClean="0"/>
              <a:t>2.Glue</a:t>
            </a:r>
            <a:r>
              <a:rPr lang="en-US" sz="2400" dirty="0" smtClean="0"/>
              <a:t> </a:t>
            </a:r>
            <a:endParaRPr lang="en-US" sz="2400" u="sng" dirty="0" smtClean="0"/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- It is used as a </a:t>
            </a:r>
            <a:r>
              <a:rPr lang="en-US" sz="2000" u="sng" dirty="0" smtClean="0"/>
              <a:t>cutting</a:t>
            </a:r>
            <a:r>
              <a:rPr lang="en-US" sz="2000" dirty="0" smtClean="0"/>
              <a:t> tool..</a:t>
            </a:r>
          </a:p>
          <a:p>
            <a:pPr marL="0" indent="0">
              <a:buNone/>
            </a:pPr>
            <a:r>
              <a:rPr lang="en-US" sz="2000" u="sng" dirty="0" smtClean="0"/>
              <a:t>3.Grouts</a:t>
            </a:r>
            <a:endParaRPr lang="en-US" sz="2000" u="sng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- Demonstration </a:t>
            </a:r>
            <a:r>
              <a:rPr lang="en-US" dirty="0" smtClean="0"/>
              <a:t>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9415" y="636521"/>
            <a:ext cx="1146221" cy="22722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815176" y="4590137"/>
            <a:ext cx="1376835" cy="2090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812097" y="2652504"/>
            <a:ext cx="1406336" cy="211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579585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 : 12</a:t>
            </a:r>
            <a:br>
              <a:rPr lang="en-US" sz="2700" dirty="0" smtClean="0"/>
            </a:br>
            <a:r>
              <a:rPr lang="en-US" sz="2700" dirty="0" smtClean="0"/>
              <a:t>Grade	   : Year 2 						             Time  :  30mins</a:t>
            </a:r>
            <a:br>
              <a:rPr lang="en-US" sz="2700" dirty="0" smtClean="0"/>
            </a:br>
            <a:r>
              <a:rPr lang="en-US" sz="2700" dirty="0" smtClean="0"/>
              <a:t>Date 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dirty="0" smtClean="0"/>
              <a:t>1.Name the following flooring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1.1.__________________				       1.2.______________________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1.3.___________________  				 1.4. ______________________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61" y="2647639"/>
            <a:ext cx="2359356" cy="16338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206" y="2647639"/>
            <a:ext cx="2176461" cy="13778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68" y="4732029"/>
            <a:ext cx="1673368" cy="14599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206" y="4664419"/>
            <a:ext cx="2097206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dirty="0" smtClean="0"/>
              <a:t>2. Name one advantage and disadvantage of the following flooring finishing shown below: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    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	 </a:t>
            </a:r>
            <a:r>
              <a:rPr lang="en-US" sz="2000" b="1" dirty="0" smtClean="0"/>
              <a:t>Carpet</a:t>
            </a:r>
            <a:r>
              <a:rPr lang="en-US" sz="2000" dirty="0" smtClean="0"/>
              <a:t>    									</a:t>
            </a:r>
            <a:r>
              <a:rPr lang="en-US" sz="2000" b="1" dirty="0" smtClean="0"/>
              <a:t>Solid wood floor</a:t>
            </a:r>
          </a:p>
          <a:p>
            <a:pPr marL="0" indent="0">
              <a:buNone/>
            </a:pPr>
            <a:r>
              <a:rPr lang="en-US" sz="2000" u="sng" dirty="0" smtClean="0"/>
              <a:t>Advantage</a:t>
            </a:r>
            <a:r>
              <a:rPr lang="en-US" sz="2000" dirty="0" smtClean="0"/>
              <a:t>									</a:t>
            </a:r>
            <a:r>
              <a:rPr lang="en-US" sz="2000" u="sng" dirty="0" smtClean="0"/>
              <a:t>Advantage</a:t>
            </a:r>
            <a:r>
              <a:rPr lang="en-US" sz="2000" dirty="0" smtClean="0"/>
              <a:t>												</a:t>
            </a:r>
          </a:p>
          <a:p>
            <a:pPr marL="0" indent="0">
              <a:buNone/>
            </a:pPr>
            <a:r>
              <a:rPr lang="en-US" sz="2000" dirty="0" smtClean="0"/>
              <a:t>1. ________________________________                              		1. _____________________________________						</a:t>
            </a:r>
          </a:p>
          <a:p>
            <a:pPr marL="0" indent="0">
              <a:buNone/>
            </a:pPr>
            <a:r>
              <a:rPr lang="en-US" sz="2000" u="sng" dirty="0" smtClean="0"/>
              <a:t>Disadvantage </a:t>
            </a:r>
            <a:r>
              <a:rPr lang="en-US" sz="2000" dirty="0" smtClean="0"/>
              <a:t>							</a:t>
            </a:r>
            <a:r>
              <a:rPr lang="en-US" sz="2000" dirty="0"/>
              <a:t> </a:t>
            </a:r>
            <a:r>
              <a:rPr lang="en-US" sz="2000" dirty="0" smtClean="0"/>
              <a:t>      		</a:t>
            </a:r>
            <a:r>
              <a:rPr lang="en-US" sz="2000" u="sng" dirty="0" smtClean="0"/>
              <a:t>Disadvantage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 smtClean="0"/>
              <a:t>1. ________________________________			</a:t>
            </a:r>
            <a:r>
              <a:rPr lang="en-US" sz="2000" dirty="0"/>
              <a:t> </a:t>
            </a:r>
            <a:r>
              <a:rPr lang="en-US" sz="2000" dirty="0" smtClean="0"/>
              <a:t>      		1. ______________________________________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pPr marL="3657600" lvl="8" indent="0">
              <a:buNone/>
            </a:pPr>
            <a:r>
              <a:rPr lang="en-US" sz="2000" dirty="0" smtClean="0"/>
              <a:t>					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</a:t>
            </a:r>
          </a:p>
          <a:p>
            <a:pPr marL="0" indent="0">
              <a:buNone/>
            </a:pPr>
            <a:r>
              <a:rPr lang="en-US" sz="2000" dirty="0" smtClean="0"/>
              <a:t>                 </a:t>
            </a:r>
            <a:r>
              <a:rPr lang="en-US" sz="2000" b="1" dirty="0" smtClean="0"/>
              <a:t>Laminate floor</a:t>
            </a:r>
            <a:r>
              <a:rPr lang="en-US" sz="2000" dirty="0" smtClean="0"/>
              <a:t>										</a:t>
            </a:r>
            <a:r>
              <a:rPr lang="en-US" sz="2000" b="1" dirty="0" smtClean="0"/>
              <a:t>Ceramic tiles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u="sng" dirty="0" smtClean="0"/>
              <a:t>Advantage</a:t>
            </a:r>
            <a:r>
              <a:rPr lang="en-US" sz="2000" dirty="0" smtClean="0"/>
              <a:t>									</a:t>
            </a:r>
            <a:r>
              <a:rPr lang="en-US" sz="2000" u="sng" dirty="0" smtClean="0"/>
              <a:t>Advantage</a:t>
            </a:r>
          </a:p>
          <a:p>
            <a:pPr marL="0" indent="0">
              <a:buNone/>
            </a:pPr>
            <a:r>
              <a:rPr lang="en-US" sz="2000" dirty="0" smtClean="0"/>
              <a:t>1. ________________________________					1. _____________________________________</a:t>
            </a:r>
          </a:p>
          <a:p>
            <a:pPr marL="0" indent="0">
              <a:buNone/>
            </a:pPr>
            <a:r>
              <a:rPr lang="en-US" sz="2000" u="sng" dirty="0" smtClean="0"/>
              <a:t>Disadvantage</a:t>
            </a:r>
            <a:r>
              <a:rPr lang="en-US" sz="2000" dirty="0" smtClean="0"/>
              <a:t>									</a:t>
            </a:r>
            <a:r>
              <a:rPr lang="en-US" sz="2000" u="sng" dirty="0" smtClean="0"/>
              <a:t>Disadvantage</a:t>
            </a:r>
          </a:p>
          <a:p>
            <a:pPr marL="0" indent="0">
              <a:buNone/>
            </a:pPr>
            <a:r>
              <a:rPr lang="en-US" sz="2000" dirty="0" smtClean="0"/>
              <a:t>1. ________________________________					1. _____________________________________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																			</a:t>
            </a:r>
            <a:r>
              <a:rPr lang="en-US" sz="2000" dirty="0"/>
              <a:t>	</a:t>
            </a:r>
            <a:r>
              <a:rPr lang="en-US" sz="2500" dirty="0" smtClean="0"/>
              <a:t>(14) </a:t>
            </a:r>
            <a:endParaRPr lang="en-US" sz="2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04" y="481155"/>
            <a:ext cx="2426418" cy="11766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237" y="430163"/>
            <a:ext cx="2645893" cy="1176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77" y="3056053"/>
            <a:ext cx="2554445" cy="13197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788" y="3078771"/>
            <a:ext cx="2828789" cy="13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920</TotalTime>
  <Words>343</Words>
  <Application>Microsoft Office PowerPoint</Application>
  <PresentationFormat>Widescreen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Flooring</vt:lpstr>
      <vt:lpstr>Basic flooring finishing.</vt:lpstr>
      <vt:lpstr>PowerPoint Presentation</vt:lpstr>
      <vt:lpstr>Basic flooring tools.   </vt:lpstr>
      <vt:lpstr>PowerPoint Presentation</vt:lpstr>
      <vt:lpstr>Basic flooring materials </vt:lpstr>
      <vt:lpstr>Kwa Thema Skills School Subject  : Maintenance              Marks : 12 Grade    : Year 2                    Time  :  30mins Date      :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117</cp:revision>
  <cp:lastPrinted>2022-08-31T07:07:01Z</cp:lastPrinted>
  <dcterms:created xsi:type="dcterms:W3CDTF">2022-08-25T11:18:17Z</dcterms:created>
  <dcterms:modified xsi:type="dcterms:W3CDTF">2022-10-18T16:05:14Z</dcterms:modified>
</cp:coreProperties>
</file>