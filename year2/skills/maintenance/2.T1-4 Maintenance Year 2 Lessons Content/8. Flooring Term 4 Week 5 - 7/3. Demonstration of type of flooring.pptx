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53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8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9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10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6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73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25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99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701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947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74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3284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745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7724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52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57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9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96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1999" cy="6857999"/>
          </a:xfrm>
        </p:spPr>
        <p:txBody>
          <a:bodyPr>
            <a:normAutofit/>
          </a:bodyPr>
          <a:lstStyle/>
          <a:p>
            <a:pPr algn="l"/>
            <a:r>
              <a:rPr lang="en-US" sz="3600" b="1" u="sng" dirty="0" smtClean="0"/>
              <a:t>Demonstration </a:t>
            </a:r>
            <a:r>
              <a:rPr lang="en-US" sz="3600" b="1" u="sng" dirty="0"/>
              <a:t>of type flooring</a:t>
            </a:r>
            <a:endParaRPr lang="en-US" sz="3600" b="1" dirty="0">
              <a:solidFill>
                <a:schemeClr val="tx1"/>
              </a:solidFill>
            </a:endParaRPr>
          </a:p>
          <a:p>
            <a:pPr algn="l"/>
            <a:r>
              <a:rPr lang="en-US" sz="2000" b="1" dirty="0" smtClean="0">
                <a:solidFill>
                  <a:schemeClr val="tx1"/>
                </a:solidFill>
              </a:rPr>
              <a:t>1. </a:t>
            </a:r>
            <a:r>
              <a:rPr lang="en-US" sz="2000" b="1" u="sng" dirty="0" smtClean="0">
                <a:solidFill>
                  <a:schemeClr val="tx1"/>
                </a:solidFill>
              </a:rPr>
              <a:t>Carpet </a:t>
            </a:r>
            <a:r>
              <a:rPr lang="en-US" sz="2000" b="1" u="sng" dirty="0" smtClean="0">
                <a:solidFill>
                  <a:schemeClr val="tx1"/>
                </a:solidFill>
              </a:rPr>
              <a:t>flooring</a:t>
            </a:r>
            <a:r>
              <a:rPr lang="en-US" sz="2000" b="1" dirty="0" smtClean="0">
                <a:solidFill>
                  <a:schemeClr val="tx1"/>
                </a:solidFill>
              </a:rPr>
              <a:t>.</a:t>
            </a:r>
          </a:p>
          <a:p>
            <a:pPr algn="l"/>
            <a:endParaRPr lang="en-US" sz="2000" b="1" dirty="0" smtClean="0"/>
          </a:p>
          <a:p>
            <a:pPr algn="l"/>
            <a:endParaRPr lang="en-US" sz="2400" b="1" u="sng" dirty="0" smtClean="0"/>
          </a:p>
          <a:p>
            <a:pPr algn="l"/>
            <a:endParaRPr lang="en-US" sz="2400" b="1" u="sng" dirty="0"/>
          </a:p>
          <a:p>
            <a:pPr algn="l"/>
            <a:endParaRPr lang="en-US" sz="2400" b="1" u="sng" dirty="0" smtClean="0"/>
          </a:p>
          <a:p>
            <a:pPr algn="l"/>
            <a:endParaRPr lang="en-US" sz="2000" b="1" dirty="0" smtClean="0">
              <a:solidFill>
                <a:schemeClr val="tx1"/>
              </a:solidFill>
            </a:endParaRPr>
          </a:p>
          <a:p>
            <a:pPr algn="l"/>
            <a:endParaRPr lang="en-US" sz="2000" b="1" dirty="0">
              <a:solidFill>
                <a:schemeClr val="tx1"/>
              </a:solidFill>
            </a:endParaRPr>
          </a:p>
          <a:p>
            <a:pPr algn="l"/>
            <a:r>
              <a:rPr lang="en-US" sz="2000" b="1" dirty="0" smtClean="0">
                <a:solidFill>
                  <a:schemeClr val="tx1"/>
                </a:solidFill>
              </a:rPr>
              <a:t>2. </a:t>
            </a:r>
            <a:r>
              <a:rPr lang="en-US" sz="2000" b="1" u="sng" dirty="0" smtClean="0">
                <a:solidFill>
                  <a:schemeClr val="tx1"/>
                </a:solidFill>
              </a:rPr>
              <a:t>Ceramic </a:t>
            </a:r>
            <a:r>
              <a:rPr lang="en-US" sz="2000" b="1" u="sng" dirty="0" smtClean="0">
                <a:solidFill>
                  <a:schemeClr val="tx1"/>
                </a:solidFill>
              </a:rPr>
              <a:t>tiles </a:t>
            </a:r>
            <a:r>
              <a:rPr lang="en-US" sz="2000" b="1" u="sng" dirty="0" smtClean="0">
                <a:solidFill>
                  <a:schemeClr val="tx1"/>
                </a:solidFill>
              </a:rPr>
              <a:t>flooring</a:t>
            </a:r>
            <a:r>
              <a:rPr lang="en-US" sz="2000" b="1" dirty="0" smtClean="0">
                <a:solidFill>
                  <a:schemeClr val="tx1"/>
                </a:solidFill>
              </a:rPr>
              <a:t>.</a:t>
            </a:r>
          </a:p>
          <a:p>
            <a:pPr algn="l"/>
            <a:endParaRPr lang="en-US" sz="2400" b="1" dirty="0" smtClean="0"/>
          </a:p>
          <a:p>
            <a:pPr algn="l"/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322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3</a:t>
            </a:r>
            <a:r>
              <a:rPr lang="en-US" sz="2000" b="1" dirty="0" smtClean="0"/>
              <a:t>. </a:t>
            </a:r>
            <a:r>
              <a:rPr lang="en-US" sz="2000" b="1" u="sng" dirty="0" smtClean="0"/>
              <a:t>Solid </a:t>
            </a:r>
            <a:r>
              <a:rPr lang="en-US" sz="2000" b="1" u="sng" dirty="0"/>
              <a:t>wood flooring</a:t>
            </a:r>
            <a:r>
              <a:rPr lang="en-US" sz="2000" b="1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sz="2000" b="1" smtClean="0"/>
          </a:p>
          <a:p>
            <a:pPr marL="0" indent="0">
              <a:buNone/>
            </a:pPr>
            <a:r>
              <a:rPr lang="en-US" sz="2000" b="1" smtClean="0"/>
              <a:t>4</a:t>
            </a:r>
            <a:r>
              <a:rPr lang="en-US" sz="2000" b="1" dirty="0" smtClean="0"/>
              <a:t>. </a:t>
            </a:r>
            <a:r>
              <a:rPr lang="en-US" sz="2000" b="1" u="sng" dirty="0" smtClean="0"/>
              <a:t>Laminate flooring</a:t>
            </a:r>
            <a:r>
              <a:rPr lang="en-US" sz="2000" b="1" dirty="0" smtClean="0"/>
              <a:t>.</a:t>
            </a:r>
            <a:endParaRPr lang="en-US" sz="2000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6893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702</TotalTime>
  <Words>26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Trebuchet MS</vt:lpstr>
      <vt:lpstr>Wingdings 3</vt:lpstr>
      <vt:lpstr>Facet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105</cp:revision>
  <cp:lastPrinted>2022-08-31T07:33:58Z</cp:lastPrinted>
  <dcterms:created xsi:type="dcterms:W3CDTF">2022-08-25T11:18:17Z</dcterms:created>
  <dcterms:modified xsi:type="dcterms:W3CDTF">2024-02-21T07:26:09Z</dcterms:modified>
</cp:coreProperties>
</file>