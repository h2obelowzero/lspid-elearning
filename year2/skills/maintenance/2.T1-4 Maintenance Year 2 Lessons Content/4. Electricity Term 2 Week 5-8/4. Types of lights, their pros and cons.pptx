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1" r:id="rId6"/>
    <p:sldId id="262" r:id="rId7"/>
    <p:sldId id="263" r:id="rId8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0505" y="0"/>
            <a:ext cx="109728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u="sng" dirty="0" smtClean="0"/>
              <a:t>Electricity</a:t>
            </a:r>
            <a:br>
              <a:rPr lang="en-US" sz="9600" b="1" u="sng" dirty="0" smtClean="0"/>
            </a:br>
            <a:r>
              <a:rPr lang="en-US" sz="9600" b="1" u="sng" dirty="0" smtClean="0"/>
              <a:t>( continues)</a:t>
            </a:r>
            <a:endParaRPr lang="en-US" sz="96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47730" y="3389651"/>
            <a:ext cx="9551395" cy="3468349"/>
          </a:xfrm>
        </p:spPr>
        <p:txBody>
          <a:bodyPr>
            <a:normAutofit/>
          </a:bodyPr>
          <a:lstStyle/>
          <a:p>
            <a:pPr algn="ctr"/>
            <a:r>
              <a:rPr lang="en-US" sz="6600" b="1" u="sng" dirty="0" smtClean="0"/>
              <a:t>Types of lights</a:t>
            </a:r>
          </a:p>
          <a:p>
            <a:pPr algn="l"/>
            <a:r>
              <a:rPr lang="en-US" sz="3600" b="1" dirty="0" smtClean="0"/>
              <a:t>1. Incandescent lights.</a:t>
            </a:r>
          </a:p>
          <a:p>
            <a:pPr algn="l"/>
            <a:r>
              <a:rPr lang="en-US" sz="3600" b="1" dirty="0" smtClean="0"/>
              <a:t>2. Energy saving lights.</a:t>
            </a:r>
          </a:p>
          <a:p>
            <a:pPr algn="l"/>
            <a:r>
              <a:rPr lang="en-US" sz="3600" b="1" dirty="0" smtClean="0"/>
              <a:t>3.Light emitting diodes (LED)</a:t>
            </a:r>
          </a:p>
          <a:p>
            <a:pPr algn="ctr"/>
            <a:endParaRPr lang="en-US" sz="6600" b="1" u="sng" dirty="0"/>
          </a:p>
        </p:txBody>
      </p:sp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8789" y="103031"/>
            <a:ext cx="12192000" cy="78174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1.</a:t>
            </a:r>
            <a:r>
              <a:rPr lang="en-US" sz="8000" u="sng" dirty="0" smtClean="0"/>
              <a:t>Incandescent </a:t>
            </a:r>
            <a:r>
              <a:rPr lang="en-US" sz="8000" u="sng" dirty="0"/>
              <a:t>lights</a:t>
            </a:r>
            <a:endParaRPr lang="en-US" sz="8000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7400" dirty="0" smtClean="0"/>
              <a:t>- It is used for stripping and cutting of wires.</a:t>
            </a:r>
          </a:p>
          <a:p>
            <a:pPr marL="0" indent="0">
              <a:buNone/>
            </a:pPr>
            <a:r>
              <a:rPr lang="en-US" sz="7400" u="sng" dirty="0" smtClean="0"/>
              <a:t>Advantages</a:t>
            </a:r>
          </a:p>
          <a:p>
            <a:pPr marL="0" indent="0">
              <a:buNone/>
            </a:pPr>
            <a:r>
              <a:rPr lang="en-US" sz="7400" dirty="0" smtClean="0"/>
              <a:t>1. It is inexpensive (cheap).</a:t>
            </a:r>
          </a:p>
          <a:p>
            <a:pPr marL="0" indent="0">
              <a:buNone/>
            </a:pPr>
            <a:r>
              <a:rPr lang="en-US" sz="7400" dirty="0" smtClean="0"/>
              <a:t>2. Its easy to install.</a:t>
            </a:r>
          </a:p>
          <a:p>
            <a:pPr marL="0" indent="0">
              <a:buNone/>
            </a:pPr>
            <a:r>
              <a:rPr lang="en-US" sz="7400" dirty="0" smtClean="0"/>
              <a:t>3. Its easier to dim.</a:t>
            </a:r>
          </a:p>
          <a:p>
            <a:pPr marL="0" indent="0">
              <a:buNone/>
            </a:pPr>
            <a:r>
              <a:rPr lang="en-US" sz="7400" u="sng" dirty="0" smtClean="0"/>
              <a:t>Disadvantages</a:t>
            </a:r>
          </a:p>
          <a:p>
            <a:pPr marL="0" indent="0">
              <a:buNone/>
            </a:pPr>
            <a:r>
              <a:rPr lang="en-US" sz="7400" dirty="0" smtClean="0"/>
              <a:t>1.It uses more electricity.</a:t>
            </a:r>
          </a:p>
          <a:p>
            <a:pPr marL="0" indent="0">
              <a:buNone/>
            </a:pPr>
            <a:r>
              <a:rPr lang="en-US" sz="7400" dirty="0" smtClean="0"/>
              <a:t>2. Life span is short.</a:t>
            </a:r>
          </a:p>
          <a:p>
            <a:pPr marL="0" indent="0">
              <a:buNone/>
            </a:pPr>
            <a:r>
              <a:rPr lang="en-US" sz="7400" dirty="0" smtClean="0"/>
              <a:t>3. It is energy insufficient.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099257" y="179901"/>
            <a:ext cx="2217716" cy="36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8789" y="103031"/>
            <a:ext cx="12192000" cy="78174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2</a:t>
            </a:r>
            <a:r>
              <a:rPr lang="en-US" sz="8000" dirty="0" smtClean="0"/>
              <a:t>.</a:t>
            </a:r>
            <a:r>
              <a:rPr lang="en-US" sz="8000" u="sng" dirty="0" smtClean="0"/>
              <a:t>Energy saving lights</a:t>
            </a:r>
            <a:endParaRPr lang="en-US" sz="8000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7400" dirty="0" smtClean="0"/>
              <a:t>- It is a source of artificial that employs advance technology to reduce amount of energy used.</a:t>
            </a:r>
          </a:p>
          <a:p>
            <a:pPr marL="0" indent="0">
              <a:buNone/>
            </a:pPr>
            <a:r>
              <a:rPr lang="en-US" sz="7400" u="sng" dirty="0" smtClean="0"/>
              <a:t>Advantages</a:t>
            </a:r>
          </a:p>
          <a:p>
            <a:pPr marL="0" indent="0">
              <a:buNone/>
            </a:pPr>
            <a:r>
              <a:rPr lang="en-US" sz="7400" dirty="0" smtClean="0"/>
              <a:t>1. Energy savings.</a:t>
            </a:r>
          </a:p>
          <a:p>
            <a:pPr marL="0" indent="0">
              <a:buNone/>
            </a:pPr>
            <a:r>
              <a:rPr lang="en-US" sz="7400" dirty="0" smtClean="0"/>
              <a:t>2. Longer lifespan.</a:t>
            </a:r>
          </a:p>
          <a:p>
            <a:pPr marL="0" indent="0">
              <a:buNone/>
            </a:pPr>
            <a:r>
              <a:rPr lang="en-US" sz="7400" u="sng" dirty="0" smtClean="0"/>
              <a:t>Disadvantages</a:t>
            </a:r>
          </a:p>
          <a:p>
            <a:pPr marL="0" indent="0">
              <a:buNone/>
            </a:pPr>
            <a:r>
              <a:rPr lang="en-US" sz="7400" dirty="0" smtClean="0"/>
              <a:t>1.High initial cost.</a:t>
            </a:r>
          </a:p>
          <a:p>
            <a:pPr marL="0" indent="0">
              <a:buNone/>
            </a:pPr>
            <a:r>
              <a:rPr lang="en-US" sz="7400" dirty="0" smtClean="0"/>
              <a:t>2. Not easy to dim.</a:t>
            </a:r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40" y="399166"/>
            <a:ext cx="2936383" cy="34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7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8789" y="103031"/>
            <a:ext cx="12192000" cy="78174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3.</a:t>
            </a:r>
            <a:r>
              <a:rPr lang="en-US" sz="8000" u="sng" dirty="0" smtClean="0"/>
              <a:t>Light Emitting Diode</a:t>
            </a:r>
            <a:r>
              <a:rPr lang="en-US" sz="8000" dirty="0" smtClean="0"/>
              <a:t>(L.E.D)</a:t>
            </a:r>
            <a:endParaRPr lang="en-US" sz="8000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7400" dirty="0" smtClean="0"/>
              <a:t>- It is a semi conductor-conductor light source that emits light when the current flows through.</a:t>
            </a:r>
          </a:p>
          <a:p>
            <a:pPr marL="0" indent="0">
              <a:buNone/>
            </a:pPr>
            <a:r>
              <a:rPr lang="en-US" sz="7400" u="sng" dirty="0" smtClean="0"/>
              <a:t>Advantages</a:t>
            </a:r>
          </a:p>
          <a:p>
            <a:pPr marL="0" indent="0">
              <a:buNone/>
            </a:pPr>
            <a:r>
              <a:rPr lang="en-US" sz="7400" dirty="0" smtClean="0"/>
              <a:t>1. Available in different colours.</a:t>
            </a:r>
          </a:p>
          <a:p>
            <a:pPr marL="0" indent="0">
              <a:buNone/>
            </a:pPr>
            <a:r>
              <a:rPr lang="en-US" sz="7400" dirty="0" smtClean="0"/>
              <a:t>2. Longer lifespan.</a:t>
            </a:r>
          </a:p>
          <a:p>
            <a:pPr marL="0" indent="0">
              <a:buNone/>
            </a:pPr>
            <a:r>
              <a:rPr lang="en-US" sz="7400" u="sng" dirty="0" smtClean="0"/>
              <a:t>Disadvantages</a:t>
            </a:r>
          </a:p>
          <a:p>
            <a:pPr marL="0" indent="0">
              <a:buNone/>
            </a:pPr>
            <a:r>
              <a:rPr lang="en-US" sz="7400" dirty="0" smtClean="0"/>
              <a:t>1. They are expensive.</a:t>
            </a:r>
          </a:p>
          <a:p>
            <a:pPr marL="0" indent="0">
              <a:buNone/>
            </a:pPr>
            <a:r>
              <a:rPr lang="en-US" sz="7400" dirty="0" smtClean="0"/>
              <a:t>2. Can get damaged due to high voltage sometimes.</a:t>
            </a:r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47" y="750211"/>
            <a:ext cx="5138671" cy="25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9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30058" cy="1320800"/>
          </a:xfrm>
        </p:spPr>
        <p:txBody>
          <a:bodyPr/>
          <a:lstStyle/>
          <a:p>
            <a:r>
              <a:rPr lang="en-US" dirty="0" smtClean="0"/>
              <a:t>Feedback </a:t>
            </a:r>
            <a:br>
              <a:rPr lang="en-US" dirty="0" smtClean="0"/>
            </a:br>
            <a:r>
              <a:rPr lang="en-US" dirty="0" smtClean="0"/>
              <a:t>Activity : Worksheet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3614"/>
            <a:ext cx="9285668" cy="544438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Kwa Thema Skills School</a:t>
            </a:r>
            <a:br>
              <a:rPr lang="en-US" sz="2400" dirty="0"/>
            </a:br>
            <a:r>
              <a:rPr lang="en-US" sz="2400" dirty="0" smtClean="0"/>
              <a:t>Subject	: </a:t>
            </a:r>
            <a:r>
              <a:rPr lang="en-US" sz="2400" dirty="0"/>
              <a:t>Maintenance						</a:t>
            </a:r>
            <a:r>
              <a:rPr lang="en-US" sz="2400" dirty="0" smtClean="0"/>
              <a:t>	 Marks: 15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Grade		: </a:t>
            </a:r>
            <a:r>
              <a:rPr lang="en-US" sz="2400" dirty="0"/>
              <a:t>Year 2 							   </a:t>
            </a:r>
            <a:r>
              <a:rPr lang="en-US" sz="2400" dirty="0" smtClean="0"/>
              <a:t>		 Time : 30mins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>Date		:</a:t>
            </a:r>
          </a:p>
          <a:p>
            <a:pPr marL="0" indent="0">
              <a:buNone/>
            </a:pPr>
            <a:r>
              <a:rPr lang="en-US" dirty="0" smtClean="0"/>
              <a:t>Question : 1</a:t>
            </a:r>
          </a:p>
          <a:p>
            <a:pPr marL="0" indent="0">
              <a:buNone/>
            </a:pPr>
            <a:r>
              <a:rPr lang="en-US" dirty="0" smtClean="0"/>
              <a:t>1.Name any five building and plastering materials.</a:t>
            </a:r>
          </a:p>
          <a:p>
            <a:pPr marL="0" indent="0">
              <a:buNone/>
            </a:pPr>
            <a:r>
              <a:rPr lang="en-US" dirty="0" smtClean="0"/>
              <a:t>1.1 ________________________</a:t>
            </a:r>
          </a:p>
          <a:p>
            <a:pPr marL="0" indent="0">
              <a:buNone/>
            </a:pPr>
            <a:r>
              <a:rPr lang="en-US" dirty="0" smtClean="0"/>
              <a:t>1.2 ________________________</a:t>
            </a:r>
          </a:p>
          <a:p>
            <a:pPr marL="0" indent="0">
              <a:buNone/>
            </a:pPr>
            <a:r>
              <a:rPr lang="en-US" dirty="0" smtClean="0"/>
              <a:t>1.3 ________________________</a:t>
            </a:r>
          </a:p>
          <a:p>
            <a:pPr marL="0" indent="0">
              <a:buNone/>
            </a:pPr>
            <a:r>
              <a:rPr lang="en-US" dirty="0" smtClean="0"/>
              <a:t>1.4 ________________________</a:t>
            </a:r>
          </a:p>
          <a:p>
            <a:pPr marL="0" indent="0">
              <a:buNone/>
            </a:pPr>
            <a:r>
              <a:rPr lang="en-US" dirty="0" smtClean="0"/>
              <a:t>1.5 ________________________</a:t>
            </a:r>
          </a:p>
          <a:p>
            <a:pPr marL="0" indent="0">
              <a:buNone/>
            </a:pPr>
            <a:r>
              <a:rPr lang="en-US" dirty="0" smtClean="0"/>
              <a:t>																		(5)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r>
              <a:rPr lang="en-US" dirty="0" smtClean="0"/>
              <a:t>1.Identify the following building and plastering materials.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Question:2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												</a:t>
            </a:r>
            <a:endParaRPr lang="en-US" b="1" u="sng" dirty="0" smtClean="0"/>
          </a:p>
          <a:p>
            <a:pPr marL="0" indent="0">
              <a:buNone/>
            </a:pPr>
            <a:r>
              <a:rPr lang="en-US" dirty="0" smtClean="0"/>
              <a:t>1.____________________</a:t>
            </a:r>
            <a:r>
              <a:rPr lang="en-US" dirty="0"/>
              <a:t>	</a:t>
            </a:r>
            <a:r>
              <a:rPr lang="en-US" dirty="0" smtClean="0"/>
              <a:t>                           2.______________________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3</a:t>
            </a:r>
            <a:r>
              <a:rPr lang="en-US" dirty="0"/>
              <a:t>.___________________  				 </a:t>
            </a:r>
            <a:r>
              <a:rPr lang="en-US" dirty="0" smtClean="0"/>
              <a:t>     4</a:t>
            </a:r>
            <a:r>
              <a:rPr lang="en-US" dirty="0"/>
              <a:t>. 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 5. ______________________                  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771" y="888406"/>
            <a:ext cx="1706367" cy="12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222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633</TotalTime>
  <Words>224</Words>
  <Application>Microsoft Office PowerPoint</Application>
  <PresentationFormat>Widescreen</PresentationFormat>
  <Paragraphs>155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Electricity ( continues)</vt:lpstr>
      <vt:lpstr>PowerPoint Presentation</vt:lpstr>
      <vt:lpstr>PowerPoint Presentation</vt:lpstr>
      <vt:lpstr>PowerPoint Presentation</vt:lpstr>
      <vt:lpstr>Feedback  Activity : Worksheet 1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117</cp:revision>
  <cp:lastPrinted>2022-08-31T07:50:14Z</cp:lastPrinted>
  <dcterms:created xsi:type="dcterms:W3CDTF">2022-08-25T11:18:17Z</dcterms:created>
  <dcterms:modified xsi:type="dcterms:W3CDTF">2022-09-22T11:13:30Z</dcterms:modified>
</cp:coreProperties>
</file>