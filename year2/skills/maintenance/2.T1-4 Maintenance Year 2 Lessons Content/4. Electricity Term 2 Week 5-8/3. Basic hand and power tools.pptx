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4" r:id="rId6"/>
    <p:sldId id="265" r:id="rId7"/>
    <p:sldId id="261" r:id="rId8"/>
    <p:sldId id="262" r:id="rId9"/>
    <p:sldId id="263" r:id="rId1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562" autoAdjust="0"/>
  </p:normalViewPr>
  <p:slideViewPr>
    <p:cSldViewPr snapToGrid="0">
      <p:cViewPr>
        <p:scale>
          <a:sx n="60" d="100"/>
          <a:sy n="60" d="100"/>
        </p:scale>
        <p:origin x="10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B1214-BF3B-4394-954B-921D4DB63F0F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E3B64-B458-40C2-B06D-6F3B169E5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3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DE3B64-B458-40C2-B06D-6F3B169E5C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5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>
                <a:solidFill>
                  <a:schemeClr val="accent1"/>
                </a:solidFill>
              </a:rPr>
              <a:t>Basic Hand And Power Tools</a:t>
            </a:r>
            <a:endParaRPr lang="en-US" sz="36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dirty="0" smtClean="0"/>
              <a:t>1</a:t>
            </a:r>
            <a:r>
              <a:rPr lang="en-US" sz="2400" dirty="0" smtClean="0"/>
              <a:t>. </a:t>
            </a:r>
            <a:r>
              <a:rPr lang="en-US" sz="2400" u="sng" dirty="0" smtClean="0"/>
              <a:t>Wire stripper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It is used for stripping and cutting of wires.</a:t>
            </a:r>
          </a:p>
          <a:p>
            <a:pPr marL="0" indent="0">
              <a:buNone/>
            </a:pPr>
            <a:r>
              <a:rPr lang="en-US" sz="2400" dirty="0" smtClean="0"/>
              <a:t>2.</a:t>
            </a:r>
            <a:r>
              <a:rPr lang="en-US" sz="2400" u="sng" dirty="0" smtClean="0"/>
              <a:t>Side cutter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and stripping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114" r="9145" b="4643"/>
          <a:stretch/>
        </p:blipFill>
        <p:spPr>
          <a:xfrm>
            <a:off x="1635616" y="1418396"/>
            <a:ext cx="1841679" cy="15162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65" y="4353059"/>
            <a:ext cx="2021983" cy="156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4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192001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3. </a:t>
            </a:r>
            <a:r>
              <a:rPr lang="en-US" sz="2400" u="sng" dirty="0" smtClean="0"/>
              <a:t>Screwdrivers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smtClean="0"/>
              <a:t>It is used for loosening and tightening of screws.</a:t>
            </a:r>
          </a:p>
          <a:p>
            <a:pPr marL="0" indent="0">
              <a:buNone/>
            </a:pPr>
            <a:r>
              <a:rPr lang="en-US" sz="2400" dirty="0" smtClean="0"/>
              <a:t>4. </a:t>
            </a:r>
            <a:r>
              <a:rPr lang="en-US" sz="2400" u="sng" dirty="0" smtClean="0"/>
              <a:t>Pliers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smtClean="0"/>
              <a:t>It is used for cutting of wires.</a:t>
            </a:r>
          </a:p>
          <a:p>
            <a:pPr marL="0" indent="0">
              <a:buNone/>
            </a:pPr>
            <a:r>
              <a:rPr lang="en-US" sz="2400" dirty="0"/>
              <a:t>5. </a:t>
            </a:r>
            <a:r>
              <a:rPr lang="en-US" sz="2400" u="sng" dirty="0"/>
              <a:t>Nut drivers</a:t>
            </a:r>
            <a:r>
              <a:rPr lang="en-US" sz="2400" dirty="0"/>
              <a:t>.</a:t>
            </a:r>
            <a:endParaRPr lang="en-US" sz="2400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</a:t>
            </a:r>
            <a:r>
              <a:rPr lang="en-US" u="sng" dirty="0"/>
              <a:t>loosening</a:t>
            </a:r>
            <a:r>
              <a:rPr lang="en-US" dirty="0"/>
              <a:t> and </a:t>
            </a:r>
            <a:r>
              <a:rPr lang="en-US" u="sng" dirty="0"/>
              <a:t>tightening</a:t>
            </a:r>
            <a:r>
              <a:rPr lang="en-US" dirty="0"/>
              <a:t> of </a:t>
            </a:r>
            <a:r>
              <a:rPr lang="en-US" dirty="0" smtClean="0"/>
              <a:t>bolts and nuts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565" t="-1722" r="1923" b="4207"/>
          <a:stretch/>
        </p:blipFill>
        <p:spPr>
          <a:xfrm>
            <a:off x="1371598" y="596793"/>
            <a:ext cx="1596981" cy="9734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8" y="2628051"/>
            <a:ext cx="1596981" cy="13212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073" y="4671449"/>
            <a:ext cx="1800506" cy="159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4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6. </a:t>
            </a:r>
            <a:r>
              <a:rPr lang="en-US" sz="2400" u="sng" dirty="0"/>
              <a:t>Fishing tool</a:t>
            </a:r>
          </a:p>
          <a:p>
            <a:pPr marL="0" indent="0">
              <a:buNone/>
            </a:pPr>
            <a:endParaRPr lang="en-US" sz="2400" u="sng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It is used for </a:t>
            </a:r>
            <a:r>
              <a:rPr lang="en-US" dirty="0" smtClean="0"/>
              <a:t>pulling electrical wires.</a:t>
            </a:r>
            <a:endParaRPr lang="en-US" dirty="0" smtClean="0"/>
          </a:p>
          <a:p>
            <a:pPr marL="0" indent="0">
              <a:buNone/>
            </a:pPr>
            <a:r>
              <a:rPr lang="en-US" sz="2400" dirty="0"/>
              <a:t>7</a:t>
            </a:r>
            <a:r>
              <a:rPr lang="en-US" sz="2400" dirty="0" smtClean="0"/>
              <a:t>. </a:t>
            </a:r>
            <a:r>
              <a:rPr lang="en-US" sz="2400" u="sng" dirty="0" smtClean="0"/>
              <a:t>Hacksaw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</a:t>
            </a:r>
            <a:r>
              <a:rPr lang="en-US" u="sng" dirty="0" smtClean="0"/>
              <a:t>cutting</a:t>
            </a:r>
            <a:r>
              <a:rPr lang="en-US" dirty="0" smtClean="0"/>
              <a:t> of pvc pipes and cables.</a:t>
            </a: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58" y="4610637"/>
            <a:ext cx="2851652" cy="7910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5324" r="15129"/>
          <a:stretch/>
        </p:blipFill>
        <p:spPr>
          <a:xfrm>
            <a:off x="1313644" y="745279"/>
            <a:ext cx="2266681" cy="174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8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116375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900" u="sng" dirty="0" smtClean="0">
                <a:solidFill>
                  <a:schemeClr val="accent1"/>
                </a:solidFill>
              </a:rPr>
              <a:t>Power </a:t>
            </a:r>
            <a:r>
              <a:rPr lang="en-US" sz="3900" u="sng" dirty="0" smtClean="0">
                <a:solidFill>
                  <a:schemeClr val="accent1"/>
                </a:solidFill>
              </a:rPr>
              <a:t>tools</a:t>
            </a:r>
          </a:p>
          <a:p>
            <a:pPr marL="0" indent="0">
              <a:buNone/>
            </a:pPr>
            <a:r>
              <a:rPr lang="en-US" sz="2600" dirty="0" smtClean="0"/>
              <a:t>1</a:t>
            </a:r>
            <a:r>
              <a:rPr lang="en-US" sz="2600" dirty="0" smtClean="0"/>
              <a:t>. </a:t>
            </a:r>
            <a:r>
              <a:rPr lang="en-US" sz="2600" u="sng" dirty="0" smtClean="0"/>
              <a:t>Meter tester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</a:t>
            </a:r>
            <a:r>
              <a:rPr lang="en-US" dirty="0" smtClean="0"/>
              <a:t>checking the flow of current on the wires.</a:t>
            </a:r>
            <a:endParaRPr lang="en-US" dirty="0"/>
          </a:p>
          <a:p>
            <a:pPr marL="0" indent="0">
              <a:buNone/>
            </a:pPr>
            <a:r>
              <a:rPr lang="en-US" sz="2600" dirty="0" smtClean="0"/>
              <a:t>2</a:t>
            </a:r>
            <a:r>
              <a:rPr lang="en-US" sz="2600" dirty="0" smtClean="0"/>
              <a:t>. </a:t>
            </a:r>
            <a:r>
              <a:rPr lang="en-US" sz="2600" u="sng" dirty="0" smtClean="0"/>
              <a:t>Soldering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joining of wires.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65" y="4576336"/>
            <a:ext cx="2558222" cy="1232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764" y="1779889"/>
            <a:ext cx="2318923" cy="119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1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3</a:t>
            </a:r>
            <a:r>
              <a:rPr lang="en-US" sz="2600" dirty="0" smtClean="0"/>
              <a:t>. </a:t>
            </a:r>
            <a:r>
              <a:rPr lang="en-US" sz="2600" u="sng" dirty="0" smtClean="0"/>
              <a:t>Cordless hand drill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</a:t>
            </a:r>
            <a:r>
              <a:rPr lang="en-US" dirty="0" smtClean="0"/>
              <a:t>loosening and tightening of screws and nuts.</a:t>
            </a:r>
            <a:endParaRPr lang="en-US" sz="3900" u="sng" dirty="0" smtClean="0"/>
          </a:p>
          <a:p>
            <a:pPr marL="0" indent="0">
              <a:buNone/>
            </a:pPr>
            <a:r>
              <a:rPr lang="en-US" sz="2600" dirty="0"/>
              <a:t>4</a:t>
            </a:r>
            <a:r>
              <a:rPr lang="en-US" sz="2600" dirty="0" smtClean="0"/>
              <a:t>. </a:t>
            </a:r>
            <a:r>
              <a:rPr lang="en-US" sz="2600" u="sng" dirty="0" smtClean="0"/>
              <a:t>Power hand drill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</a:t>
            </a:r>
            <a:r>
              <a:rPr lang="en-US" dirty="0" smtClean="0"/>
              <a:t>loosening and tightening of screws and nuts.</a:t>
            </a:r>
            <a:endParaRPr lang="en-US" dirty="0"/>
          </a:p>
          <a:p>
            <a:pPr marL="0" indent="0">
              <a:buNone/>
            </a:pPr>
            <a:r>
              <a:rPr lang="en-US" sz="2600" dirty="0" smtClean="0"/>
              <a:t>5. </a:t>
            </a:r>
            <a:r>
              <a:rPr lang="en-US" sz="2600" u="sng" dirty="0" smtClean="0"/>
              <a:t>Angle grinder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grinding walls.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65" y="4903008"/>
            <a:ext cx="2019599" cy="12741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199" y="2925239"/>
            <a:ext cx="1833904" cy="12969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465" y="510507"/>
            <a:ext cx="1747638" cy="131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Colour coding of a 3 – core cord</a:t>
            </a:r>
          </a:p>
          <a:p>
            <a:pPr>
              <a:buAutoNum type="arabicPeriod"/>
            </a:pPr>
            <a:endParaRPr lang="en-US" u="sng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u="sng" dirty="0" smtClean="0"/>
              <a:t>Coding</a:t>
            </a:r>
            <a:endParaRPr lang="en-US" sz="2400" u="sng" dirty="0"/>
          </a:p>
          <a:p>
            <a:pPr marL="0" indent="0">
              <a:buNone/>
            </a:pPr>
            <a:r>
              <a:rPr lang="en-US" dirty="0" smtClean="0"/>
              <a:t>1. Live – Red or brown colour</a:t>
            </a:r>
          </a:p>
          <a:p>
            <a:pPr marL="0" indent="0">
              <a:buNone/>
            </a:pPr>
            <a:r>
              <a:rPr lang="en-US" dirty="0" smtClean="0"/>
              <a:t>2. Neutral – Black or blue colour</a:t>
            </a:r>
          </a:p>
          <a:p>
            <a:pPr marL="0" indent="0">
              <a:buNone/>
            </a:pPr>
            <a:r>
              <a:rPr lang="en-US" dirty="0" smtClean="0"/>
              <a:t>3. Earth – Yellow &amp; green colour or copper wire</a:t>
            </a:r>
            <a:endParaRPr lang="en-US" dirty="0"/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sz="2400" dirty="0" smtClean="0">
                <a:solidFill>
                  <a:schemeClr val="accent1"/>
                </a:solidFill>
              </a:rPr>
              <a:t> :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smtClean="0"/>
              <a:t>-</a:t>
            </a:r>
          </a:p>
          <a:p>
            <a:pPr marL="0" indent="0">
              <a:buNone/>
            </a:pPr>
            <a:r>
              <a:rPr lang="en-US" dirty="0" smtClean="0"/>
              <a:t>Feedback : Activity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198" b="17810"/>
          <a:stretch/>
        </p:blipFill>
        <p:spPr>
          <a:xfrm>
            <a:off x="671932" y="528034"/>
            <a:ext cx="3900068" cy="327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Kwa Thema Skills School</a:t>
            </a: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smtClean="0">
                <a:solidFill>
                  <a:schemeClr val="accent1"/>
                </a:solidFill>
              </a:rPr>
              <a:t>Subject	: </a:t>
            </a:r>
            <a:r>
              <a:rPr lang="en-US" sz="2400" dirty="0">
                <a:solidFill>
                  <a:schemeClr val="accent1"/>
                </a:solidFill>
              </a:rPr>
              <a:t>Maintenance						</a:t>
            </a:r>
            <a:r>
              <a:rPr lang="en-US" sz="2400" dirty="0" smtClean="0">
                <a:solidFill>
                  <a:schemeClr val="accent1"/>
                </a:solidFill>
              </a:rPr>
              <a:t>	 Marks: 15</a:t>
            </a: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smtClean="0">
                <a:solidFill>
                  <a:schemeClr val="accent1"/>
                </a:solidFill>
              </a:rPr>
              <a:t>Grade		: </a:t>
            </a:r>
            <a:r>
              <a:rPr lang="en-US" sz="2400" dirty="0">
                <a:solidFill>
                  <a:schemeClr val="accent1"/>
                </a:solidFill>
              </a:rPr>
              <a:t>Year 2 							   </a:t>
            </a:r>
            <a:r>
              <a:rPr lang="en-US" sz="2400" dirty="0" smtClean="0">
                <a:solidFill>
                  <a:schemeClr val="accent1"/>
                </a:solidFill>
              </a:rPr>
              <a:t>		 Time : 30mins</a:t>
            </a: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smtClean="0">
                <a:solidFill>
                  <a:schemeClr val="accent1"/>
                </a:solidFill>
              </a:rPr>
              <a:t>Date		:</a:t>
            </a:r>
          </a:p>
          <a:p>
            <a:pPr marL="0" indent="0">
              <a:buNone/>
            </a:pPr>
            <a:r>
              <a:rPr lang="en-US" u="sng" dirty="0" smtClean="0"/>
              <a:t>Question : 1</a:t>
            </a:r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smtClean="0"/>
              <a:t>Identify the power tools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.1 ________________________                                            1.2 _______________________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1.3 _______________________                                             1.4 ________________________</a:t>
            </a: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0" y="4613044"/>
            <a:ext cx="2322777" cy="11949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012" y="2197501"/>
            <a:ext cx="2560542" cy="12314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24" y="2432877"/>
            <a:ext cx="1835055" cy="12985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2307" y="4668223"/>
            <a:ext cx="2117817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0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Question:2</a:t>
            </a:r>
          </a:p>
          <a:p>
            <a:pPr marL="0" indent="0">
              <a:buNone/>
            </a:pPr>
            <a:r>
              <a:rPr lang="en-US" dirty="0" smtClean="0"/>
              <a:t>1.Identify the following building and plastering materials.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1.____________________</a:t>
            </a:r>
            <a:r>
              <a:rPr lang="en-US" dirty="0"/>
              <a:t>	</a:t>
            </a:r>
            <a:r>
              <a:rPr lang="en-US" dirty="0" smtClean="0"/>
              <a:t>                           2.______________________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3</a:t>
            </a:r>
            <a:r>
              <a:rPr lang="en-US" dirty="0"/>
              <a:t>.___________________  				 </a:t>
            </a:r>
            <a:r>
              <a:rPr lang="en-US" dirty="0" smtClean="0"/>
              <a:t>     4</a:t>
            </a:r>
            <a:r>
              <a:rPr lang="en-US" dirty="0"/>
              <a:t>. 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5. ______________________                  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71" y="888406"/>
            <a:ext cx="1706367" cy="126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0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Question:2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1.____________________</a:t>
            </a:r>
            <a:r>
              <a:rPr lang="en-US" dirty="0"/>
              <a:t>	</a:t>
            </a:r>
            <a:r>
              <a:rPr lang="en-US" dirty="0" smtClean="0"/>
              <a:t>                           2.______________________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3</a:t>
            </a:r>
            <a:r>
              <a:rPr lang="en-US" dirty="0"/>
              <a:t>.___________________  				 </a:t>
            </a:r>
            <a:r>
              <a:rPr lang="en-US" dirty="0" smtClean="0"/>
              <a:t>     4</a:t>
            </a:r>
            <a:r>
              <a:rPr lang="en-US" dirty="0"/>
              <a:t>. 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5. ______________________                  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71" y="888406"/>
            <a:ext cx="1706367" cy="126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2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627</TotalTime>
  <Words>245</Words>
  <Application>Microsoft Office PowerPoint</Application>
  <PresentationFormat>Widescreen</PresentationFormat>
  <Paragraphs>162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112</cp:revision>
  <cp:lastPrinted>2022-08-31T07:50:14Z</cp:lastPrinted>
  <dcterms:created xsi:type="dcterms:W3CDTF">2022-08-25T11:18:17Z</dcterms:created>
  <dcterms:modified xsi:type="dcterms:W3CDTF">2024-03-05T07:45:29Z</dcterms:modified>
</cp:coreProperties>
</file>