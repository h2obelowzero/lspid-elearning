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2" r:id="rId4"/>
    <p:sldId id="27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-4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0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3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53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22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89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51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93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45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59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411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50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958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9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5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4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6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912" y="614657"/>
            <a:ext cx="10344838" cy="2387600"/>
          </a:xfrm>
        </p:spPr>
        <p:txBody>
          <a:bodyPr>
            <a:normAutofit fontScale="90000"/>
          </a:bodyPr>
          <a:lstStyle/>
          <a:p>
            <a:r>
              <a:rPr lang="en-US" sz="9600" b="1" u="sng" dirty="0" smtClean="0"/>
              <a:t>Maintenance Year 2</a:t>
            </a:r>
            <a:endParaRPr lang="en-US" sz="96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ctr"/>
            <a:endParaRPr lang="en-US" sz="6600" b="1" u="sng" dirty="0"/>
          </a:p>
        </p:txBody>
      </p:sp>
    </p:spTree>
    <p:extLst>
      <p:ext uri="{BB962C8B-B14F-4D97-AF65-F5344CB8AC3E}">
        <p14:creationId xmlns:p14="http://schemas.microsoft.com/office/powerpoint/2010/main" val="26322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03031" y="130705"/>
            <a:ext cx="12182142" cy="2387600"/>
          </a:xfrm>
        </p:spPr>
        <p:txBody>
          <a:bodyPr/>
          <a:lstStyle/>
          <a:p>
            <a:pPr algn="l"/>
            <a:r>
              <a:rPr lang="en-US" b="1" u="sng" dirty="0" smtClean="0"/>
              <a:t>Basic marking ,manual &amp; power tools.</a:t>
            </a:r>
            <a:endParaRPr lang="en-US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7577" y="2846231"/>
            <a:ext cx="10668000" cy="4011769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2600" b="1" u="sng" dirty="0" smtClean="0"/>
              <a:t>Lesson objectives</a:t>
            </a:r>
          </a:p>
          <a:p>
            <a:pPr algn="l"/>
            <a:r>
              <a:rPr lang="en-US" b="1" u="sng" dirty="0" smtClean="0"/>
              <a:t>At </a:t>
            </a:r>
            <a:r>
              <a:rPr lang="en-US" b="1" u="sng" dirty="0"/>
              <a:t>t</a:t>
            </a:r>
            <a:r>
              <a:rPr lang="en-US" b="1" u="sng" dirty="0" smtClean="0"/>
              <a:t>he end of the lesson learners should be able :</a:t>
            </a:r>
          </a:p>
          <a:p>
            <a:pPr algn="l"/>
            <a:r>
              <a:rPr lang="en-US" b="1" dirty="0" smtClean="0"/>
              <a:t>1. Apply safety rules in the workshop.</a:t>
            </a:r>
          </a:p>
          <a:p>
            <a:pPr algn="l"/>
            <a:r>
              <a:rPr lang="en-US" b="1" dirty="0"/>
              <a:t>2</a:t>
            </a:r>
            <a:r>
              <a:rPr lang="en-US" b="1" dirty="0" smtClean="0"/>
              <a:t>. Name or identify marking and cutting hand tools.</a:t>
            </a:r>
          </a:p>
          <a:p>
            <a:pPr algn="l"/>
            <a:r>
              <a:rPr lang="en-US" b="1" dirty="0"/>
              <a:t>3</a:t>
            </a:r>
            <a:r>
              <a:rPr lang="en-US" b="1" dirty="0" smtClean="0"/>
              <a:t>. To know the uses of making and cutting hand tools.</a:t>
            </a:r>
          </a:p>
          <a:p>
            <a:pPr algn="l"/>
            <a:r>
              <a:rPr lang="en-US" b="1" dirty="0" smtClean="0"/>
              <a:t>4. Maintain hand and power tools or machines.</a:t>
            </a:r>
          </a:p>
          <a:p>
            <a:pPr algn="l"/>
            <a:r>
              <a:rPr lang="en-US" b="1" dirty="0" smtClean="0"/>
              <a:t>5. To know different types and sizes of sandpapers.</a:t>
            </a:r>
          </a:p>
          <a:p>
            <a:pPr algn="l"/>
            <a:r>
              <a:rPr lang="en-US" b="1" dirty="0" smtClean="0"/>
              <a:t>6. To different types of hinges.</a:t>
            </a:r>
          </a:p>
          <a:p>
            <a:pPr algn="l"/>
            <a:r>
              <a:rPr lang="en-US" b="1" dirty="0" smtClean="0"/>
              <a:t>7.To know different types of locks.</a:t>
            </a:r>
          </a:p>
          <a:p>
            <a:pPr algn="l"/>
            <a:r>
              <a:rPr lang="en-US" b="1" dirty="0" smtClean="0"/>
              <a:t>8. To make a jewelry box.</a:t>
            </a:r>
          </a:p>
          <a:p>
            <a:pPr algn="l"/>
            <a:endParaRPr lang="en-US" b="1" dirty="0" smtClean="0"/>
          </a:p>
          <a:p>
            <a:pPr algn="l"/>
            <a:endParaRPr lang="en-US" b="1" dirty="0" smtClean="0"/>
          </a:p>
          <a:p>
            <a:pPr algn="l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84423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2228044"/>
          </a:xfrm>
        </p:spPr>
        <p:txBody>
          <a:bodyPr/>
          <a:lstStyle/>
          <a:p>
            <a:r>
              <a:rPr lang="en-US" u="sng" dirty="0" smtClean="0"/>
              <a:t>Safety rules in the workshop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47851"/>
            <a:ext cx="12192000" cy="5010149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/>
              <a:t>Use protective equipments for </a:t>
            </a:r>
            <a:r>
              <a:rPr lang="en-US" u="sng" dirty="0" smtClean="0"/>
              <a:t>eyes</a:t>
            </a:r>
            <a:r>
              <a:rPr lang="en-US" dirty="0" smtClean="0"/>
              <a:t>, </a:t>
            </a:r>
            <a:r>
              <a:rPr lang="en-US" u="sng" dirty="0" smtClean="0"/>
              <a:t>skin</a:t>
            </a:r>
            <a:r>
              <a:rPr lang="en-US" dirty="0" smtClean="0"/>
              <a:t> and </a:t>
            </a:r>
            <a:r>
              <a:rPr lang="en-US" u="sng" dirty="0" smtClean="0"/>
              <a:t>lungs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Don’t forget to protect your </a:t>
            </a:r>
            <a:r>
              <a:rPr lang="en-US" u="sng" dirty="0" smtClean="0"/>
              <a:t>ears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Watch out for </a:t>
            </a:r>
            <a:r>
              <a:rPr lang="en-US" u="sng" dirty="0" smtClean="0"/>
              <a:t>electrical </a:t>
            </a:r>
            <a:r>
              <a:rPr lang="en-US" dirty="0" smtClean="0"/>
              <a:t>and </a:t>
            </a:r>
            <a:r>
              <a:rPr lang="en-US" u="sng" dirty="0" smtClean="0"/>
              <a:t>fire hazards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Use slip-resistant </a:t>
            </a:r>
            <a:r>
              <a:rPr lang="en-US" u="sng" dirty="0" smtClean="0"/>
              <a:t>boots</a:t>
            </a:r>
            <a:r>
              <a:rPr lang="en-US" dirty="0" smtClean="0"/>
              <a:t> and </a:t>
            </a:r>
            <a:r>
              <a:rPr lang="en-US" u="sng" dirty="0" smtClean="0"/>
              <a:t>mats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Watch out for </a:t>
            </a:r>
            <a:r>
              <a:rPr lang="en-US" u="sng" dirty="0" smtClean="0"/>
              <a:t>molds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Know your </a:t>
            </a:r>
            <a:r>
              <a:rPr lang="en-US" u="sng" dirty="0" smtClean="0"/>
              <a:t>chemical</a:t>
            </a:r>
            <a:r>
              <a:rPr lang="en-US" dirty="0" smtClean="0"/>
              <a:t>s.</a:t>
            </a:r>
          </a:p>
          <a:p>
            <a:pPr marL="514350" indent="-514350">
              <a:buAutoNum type="arabicPeriod"/>
            </a:pPr>
            <a:r>
              <a:rPr lang="en-US" dirty="0" smtClean="0"/>
              <a:t>Protect against </a:t>
            </a:r>
            <a:r>
              <a:rPr lang="en-US" u="sng" dirty="0" smtClean="0"/>
              <a:t>burns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Be careful where you </a:t>
            </a:r>
            <a:r>
              <a:rPr lang="en-US" u="sng" dirty="0" smtClean="0"/>
              <a:t>tea</a:t>
            </a:r>
            <a:r>
              <a:rPr lang="en-US" dirty="0" smtClean="0"/>
              <a:t> or </a:t>
            </a:r>
            <a:r>
              <a:rPr lang="en-US" u="sng" dirty="0" smtClean="0"/>
              <a:t>drink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Change and seal your clothes after working with </a:t>
            </a:r>
            <a:r>
              <a:rPr lang="en-US" u="sng" dirty="0" smtClean="0"/>
              <a:t>sewage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Wash your </a:t>
            </a:r>
            <a:r>
              <a:rPr lang="en-US" u="sng" dirty="0" smtClean="0"/>
              <a:t>hands</a:t>
            </a:r>
            <a:r>
              <a:rPr lang="en-US" dirty="0" smtClean="0"/>
              <a:t> ……A LOT.</a:t>
            </a:r>
          </a:p>
          <a:p>
            <a:pPr marL="0" indent="0">
              <a:buNone/>
            </a:pPr>
            <a:r>
              <a:rPr lang="en-US" b="1" u="sng" dirty="0" smtClean="0"/>
              <a:t>Feedback</a:t>
            </a:r>
          </a:p>
          <a:p>
            <a:pPr marL="0" indent="0">
              <a:buNone/>
            </a:pPr>
            <a:r>
              <a:rPr lang="en-US" b="1" dirty="0" smtClean="0"/>
              <a:t>Activity:  Worksheet 1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076" y="682580"/>
            <a:ext cx="3773510" cy="139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7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495759"/>
            <a:ext cx="10515600" cy="1624647"/>
          </a:xfrm>
        </p:spPr>
        <p:txBody>
          <a:bodyPr>
            <a:normAutofit/>
          </a:bodyPr>
          <a:lstStyle/>
          <a:p>
            <a:r>
              <a:rPr lang="en-US" sz="2700" dirty="0" smtClean="0"/>
              <a:t>Kwa Thema Skills School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2000" dirty="0" smtClean="0"/>
              <a:t>Subject  	: Maintenance     						    Marks :10</a:t>
            </a:r>
            <a:br>
              <a:rPr lang="en-US" sz="2000" dirty="0" smtClean="0"/>
            </a:br>
            <a:r>
              <a:rPr lang="en-US" sz="2000" dirty="0" smtClean="0"/>
              <a:t>Grade</a:t>
            </a:r>
            <a:r>
              <a:rPr lang="en-US" sz="2000" dirty="0"/>
              <a:t> </a:t>
            </a:r>
            <a:r>
              <a:rPr lang="en-US" sz="2000" dirty="0" smtClean="0"/>
              <a:t>   	: Year 2   						                Time : 30mins</a:t>
            </a:r>
            <a:br>
              <a:rPr lang="en-US" sz="2000" dirty="0" smtClean="0"/>
            </a:br>
            <a:r>
              <a:rPr lang="en-US" sz="2000" dirty="0" smtClean="0"/>
              <a:t>Date       	:</a:t>
            </a:r>
            <a:endParaRPr lang="en-US" sz="2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8852013"/>
              </p:ext>
            </p:extLst>
          </p:nvPr>
        </p:nvGraphicFramePr>
        <p:xfrm>
          <a:off x="-1" y="1081088"/>
          <a:ext cx="9800823" cy="159840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800823"/>
              </a:tblGrid>
              <a:tr h="4733315">
                <a:tc>
                  <a:txBody>
                    <a:bodyPr/>
                    <a:lstStyle/>
                    <a:p>
                      <a:pPr marL="453390" marR="0" indent="-226695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u="sng" dirty="0" smtClean="0">
                          <a:effectLst/>
                        </a:rPr>
                        <a:t>Question :</a:t>
                      </a:r>
                      <a:r>
                        <a:rPr lang="en-US" sz="2000" u="sng" baseline="0" dirty="0" smtClean="0">
                          <a:effectLst/>
                        </a:rPr>
                        <a:t>1</a:t>
                      </a:r>
                      <a:r>
                        <a:rPr lang="en-US" sz="2000" baseline="0" dirty="0" smtClean="0">
                          <a:effectLst/>
                        </a:rPr>
                        <a:t>                       </a:t>
                      </a:r>
                      <a:r>
                        <a:rPr lang="en-US" sz="2000" u="sng" baseline="0" dirty="0" smtClean="0">
                          <a:effectLst/>
                        </a:rPr>
                        <a:t>Safety rules</a:t>
                      </a:r>
                    </a:p>
                    <a:p>
                      <a:pPr marL="453390" marR="0" indent="-226695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baseline="0" dirty="0" smtClean="0">
                        <a:effectLst/>
                      </a:endParaRPr>
                    </a:p>
                    <a:p>
                      <a:pPr marL="453390" marR="0" indent="-226695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aseline="0" dirty="0" smtClean="0">
                          <a:effectLst/>
                        </a:rPr>
                        <a:t>1. Fill in the following sentences</a:t>
                      </a:r>
                      <a:endParaRPr lang="en-US" sz="1100" u="sng" dirty="0" smtClean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US" sz="1800" dirty="0" smtClean="0">
                          <a:effectLst/>
                        </a:rPr>
                        <a:t>   1.1</a:t>
                      </a:r>
                      <a:r>
                        <a:rPr lang="en-ZA" sz="1800" dirty="0" smtClean="0">
                          <a:effectLst/>
                        </a:rPr>
                        <a:t>. Use slip-resistant boots and __________.</a:t>
                      </a:r>
                      <a:endParaRPr lang="en-US" sz="1800" dirty="0" smtClean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effectLst/>
                        </a:rPr>
                        <a:t>   1.2.</a:t>
                      </a:r>
                      <a:r>
                        <a:rPr lang="en-ZA" sz="1800" baseline="0" dirty="0" smtClean="0">
                          <a:effectLst/>
                        </a:rPr>
                        <a:t> Protect against ________________.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effectLst/>
                        </a:rPr>
                        <a:t>   1.3.</a:t>
                      </a:r>
                      <a:r>
                        <a:rPr lang="en-ZA" sz="1800" baseline="0" dirty="0" smtClean="0">
                          <a:effectLst/>
                        </a:rPr>
                        <a:t> Know your _______________.</a:t>
                      </a:r>
                      <a:endParaRPr lang="en-US" sz="1800" baseline="0" dirty="0" smtClean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US" sz="1800" baseline="0" dirty="0" smtClean="0">
                          <a:effectLst/>
                        </a:rPr>
                        <a:t>   1.4. Be careful where you eat or ______________</a:t>
                      </a:r>
                      <a:r>
                        <a:rPr lang="en-ZA" sz="1800" dirty="0" smtClean="0">
                          <a:effectLst/>
                        </a:rPr>
                        <a:t>.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effectLst/>
                        </a:rPr>
                        <a:t>   1.5. Watch</a:t>
                      </a:r>
                      <a:r>
                        <a:rPr lang="en-ZA" sz="1800" baseline="0" dirty="0" smtClean="0">
                          <a:effectLst/>
                        </a:rPr>
                        <a:t> out for electrical and fire __________</a:t>
                      </a:r>
                      <a:r>
                        <a:rPr lang="en-ZA" sz="1800" dirty="0" smtClean="0">
                          <a:effectLst/>
                        </a:rPr>
                        <a:t>.</a:t>
                      </a:r>
                      <a:endParaRPr lang="en-US" sz="1800" dirty="0" smtClean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US" sz="1800" dirty="0" smtClean="0">
                          <a:effectLst/>
                        </a:rPr>
                        <a:t>   1.6.</a:t>
                      </a:r>
                      <a:r>
                        <a:rPr lang="en-US" sz="1800" baseline="0" dirty="0" smtClean="0">
                          <a:effectLst/>
                        </a:rPr>
                        <a:t> Change and seal your clothes after working with ____________</a:t>
                      </a:r>
                      <a:r>
                        <a:rPr lang="en-ZA" sz="1800" dirty="0" smtClean="0">
                          <a:effectLst/>
                        </a:rPr>
                        <a:t>.</a:t>
                      </a: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effectLst/>
                        </a:rPr>
                        <a:t>   1.7. Wash your _________ … A LOT.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effectLst/>
                        </a:rPr>
                        <a:t>   1.8.</a:t>
                      </a:r>
                      <a:r>
                        <a:rPr lang="en-ZA" sz="1800" baseline="0" dirty="0" smtClean="0">
                          <a:effectLst/>
                        </a:rPr>
                        <a:t> Don’t forget to protect your __________</a:t>
                      </a:r>
                      <a:r>
                        <a:rPr lang="en-ZA" sz="1800" dirty="0" smtClean="0">
                          <a:effectLst/>
                        </a:rPr>
                        <a:t>.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effectLst/>
                        </a:rPr>
                        <a:t>   1.9. Watch out for _____________.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effectLst/>
                        </a:rPr>
                        <a:t>   1.10.</a:t>
                      </a:r>
                      <a:r>
                        <a:rPr lang="en-ZA" sz="1800" baseline="0" dirty="0" smtClean="0">
                          <a:effectLst/>
                        </a:rPr>
                        <a:t> Use protective equipments for </a:t>
                      </a:r>
                      <a:r>
                        <a:rPr lang="en-ZA" sz="1800" u="sng" baseline="0" dirty="0" smtClean="0">
                          <a:effectLst/>
                        </a:rPr>
                        <a:t>eyes</a:t>
                      </a:r>
                      <a:r>
                        <a:rPr lang="en-ZA" sz="1800" baseline="0" dirty="0" smtClean="0">
                          <a:effectLst/>
                        </a:rPr>
                        <a:t>, </a:t>
                      </a:r>
                      <a:r>
                        <a:rPr lang="en-ZA" sz="1800" u="sng" baseline="0" dirty="0" smtClean="0">
                          <a:effectLst/>
                        </a:rPr>
                        <a:t>skin</a:t>
                      </a:r>
                      <a:r>
                        <a:rPr lang="en-ZA" sz="1800" baseline="0" dirty="0" smtClean="0">
                          <a:effectLst/>
                        </a:rPr>
                        <a:t> and ____________.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800" dirty="0">
                          <a:effectLst/>
                        </a:rPr>
                        <a:t>                                                                                                     </a:t>
                      </a:r>
                      <a:r>
                        <a:rPr lang="en-ZA" sz="1800" dirty="0" smtClean="0">
                          <a:effectLst/>
                        </a:rPr>
                        <a:t>(10)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200" u="none" strike="noStrike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200" u="none" strike="noStrike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42" marR="67742" marT="0" marB="0"/>
                </a:tc>
              </a:tr>
              <a:tr h="473331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42" marR="67742" marT="0" marB="0"/>
                </a:tc>
              </a:tr>
              <a:tr h="473331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42" marR="6774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65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390</TotalTime>
  <Words>289</Words>
  <Application>Microsoft Office PowerPoint</Application>
  <PresentationFormat>Widescreen</PresentationFormat>
  <Paragraphs>45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Maintenance Year 2</vt:lpstr>
      <vt:lpstr>Basic marking ,manual &amp; power tools.</vt:lpstr>
      <vt:lpstr>Safety rules in the workshop.</vt:lpstr>
      <vt:lpstr>Kwa Thema Skills School Subject   : Maintenance               Marks :10 Grade     : Year 2                         Time : 30mins Date        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71</cp:revision>
  <dcterms:created xsi:type="dcterms:W3CDTF">2022-08-25T11:18:17Z</dcterms:created>
  <dcterms:modified xsi:type="dcterms:W3CDTF">2022-09-22T10:36:10Z</dcterms:modified>
</cp:coreProperties>
</file>