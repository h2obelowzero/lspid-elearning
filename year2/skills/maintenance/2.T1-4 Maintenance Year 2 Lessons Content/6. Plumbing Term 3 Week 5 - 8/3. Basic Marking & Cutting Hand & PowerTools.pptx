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61" r:id="rId5"/>
    <p:sldId id="260" r:id="rId6"/>
    <p:sldId id="264" r:id="rId7"/>
    <p:sldId id="266" r:id="rId8"/>
    <p:sldId id="271" r:id="rId9"/>
    <p:sldId id="269" r:id="rId10"/>
    <p:sldId id="270" r:id="rId11"/>
    <p:sldId id="272" r:id="rId12"/>
    <p:sldId id="273" r:id="rId13"/>
    <p:sldId id="274" r:id="rId14"/>
    <p:sldId id="275" r:id="rId1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06062" y="877665"/>
            <a:ext cx="12398061" cy="16079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u="sng" dirty="0" smtClean="0"/>
              <a:t>Maintenance</a:t>
            </a:r>
            <a:r>
              <a:rPr lang="en-US" sz="8800" b="1" u="sng" dirty="0" smtClean="0"/>
              <a:t> Year 2</a:t>
            </a:r>
            <a:r>
              <a:rPr lang="en-US" sz="3600" b="1" dirty="0" smtClean="0"/>
              <a:t> </a:t>
            </a:r>
            <a:br>
              <a:rPr lang="en-US" sz="3600" b="1" dirty="0" smtClean="0"/>
            </a:br>
            <a:r>
              <a:rPr lang="en-US" sz="3600" b="1" dirty="0" smtClean="0"/>
              <a:t>							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266683"/>
            <a:ext cx="12191999" cy="4591317"/>
          </a:xfrm>
        </p:spPr>
        <p:txBody>
          <a:bodyPr>
            <a:normAutofit/>
          </a:bodyPr>
          <a:lstStyle/>
          <a:p>
            <a:pPr algn="ctr"/>
            <a:r>
              <a:rPr lang="en-US" sz="6600" b="1" u="sng" dirty="0"/>
              <a:t>P</a:t>
            </a:r>
            <a:r>
              <a:rPr lang="en-US" sz="6600" b="1" u="sng" dirty="0" smtClean="0"/>
              <a:t>lumbing</a:t>
            </a:r>
            <a:endParaRPr lang="en-US" sz="6600" b="1" u="sng" dirty="0"/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755337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901521"/>
            <a:ext cx="10890161" cy="5956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Water pumps pliers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removing</a:t>
            </a:r>
            <a:r>
              <a:rPr lang="en-US" dirty="0" smtClean="0"/>
              <a:t> and </a:t>
            </a:r>
            <a:r>
              <a:rPr lang="en-US" u="sng" dirty="0" smtClean="0"/>
              <a:t>replacing</a:t>
            </a:r>
            <a:r>
              <a:rPr lang="en-US" dirty="0" smtClean="0"/>
              <a:t> clamps.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Spanners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for </a:t>
            </a:r>
            <a:r>
              <a:rPr lang="en-US" u="sng" dirty="0" smtClean="0"/>
              <a:t>fastening</a:t>
            </a:r>
            <a:r>
              <a:rPr lang="en-US" dirty="0" smtClean="0"/>
              <a:t> and </a:t>
            </a:r>
            <a:r>
              <a:rPr lang="en-US" u="sng" dirty="0" smtClean="0"/>
              <a:t>loosing</a:t>
            </a:r>
            <a:r>
              <a:rPr lang="en-US" dirty="0" smtClean="0"/>
              <a:t> bolts and nuts.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604" y="1437917"/>
            <a:ext cx="2614788" cy="13913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862" y="4146997"/>
            <a:ext cx="2176530" cy="149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1228680"/>
          </a:xfrm>
        </p:spPr>
        <p:txBody>
          <a:bodyPr/>
          <a:lstStyle/>
          <a:p>
            <a:pPr algn="ctr"/>
            <a:r>
              <a:rPr lang="en-US" b="1" u="sng" dirty="0" smtClean="0"/>
              <a:t>Basic marking cutting, power and hand tools.   </a:t>
            </a:r>
            <a:r>
              <a:rPr lang="en-US" dirty="0" smtClean="0"/>
              <a:t>(</a:t>
            </a:r>
            <a:r>
              <a:rPr lang="en-US" dirty="0"/>
              <a:t>continues)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392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Screwdriver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fastening</a:t>
            </a:r>
            <a:r>
              <a:rPr lang="en-US" dirty="0" smtClean="0"/>
              <a:t> and </a:t>
            </a:r>
            <a:r>
              <a:rPr lang="en-US" u="sng" dirty="0" smtClean="0"/>
              <a:t>loosing</a:t>
            </a:r>
            <a:r>
              <a:rPr lang="en-US" dirty="0" smtClean="0"/>
              <a:t> screws.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/>
              <a:t> </a:t>
            </a:r>
            <a:r>
              <a:rPr lang="en-US" u="sng" dirty="0" smtClean="0"/>
              <a:t>Hammer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31" y="1907682"/>
            <a:ext cx="2669416" cy="13362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652" y="4161508"/>
            <a:ext cx="2137892" cy="141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4" y="236336"/>
            <a:ext cx="11669377" cy="1325563"/>
          </a:xfrm>
        </p:spPr>
        <p:txBody>
          <a:bodyPr/>
          <a:lstStyle/>
          <a:p>
            <a:r>
              <a:rPr lang="en-US" b="1" u="sng" dirty="0" smtClean="0"/>
              <a:t>Basic marking cutting hand tools. </a:t>
            </a:r>
            <a:r>
              <a:rPr lang="en-US" dirty="0"/>
              <a:t>(</a:t>
            </a:r>
            <a:r>
              <a:rPr lang="en-US" dirty="0" smtClean="0"/>
              <a:t>cont..)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5. </a:t>
            </a:r>
            <a:r>
              <a:rPr lang="en-US" sz="2000" u="sng" dirty="0" smtClean="0"/>
              <a:t>Hacksaw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cutting </a:t>
            </a:r>
            <a:r>
              <a:rPr lang="en-US" sz="2000" dirty="0" smtClean="0"/>
              <a:t>pipes.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en-US" sz="2000" u="sng" dirty="0" smtClean="0"/>
              <a:t>Shifter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fastening</a:t>
            </a:r>
            <a:r>
              <a:rPr lang="en-US" sz="2000" dirty="0" smtClean="0"/>
              <a:t> and </a:t>
            </a:r>
            <a:r>
              <a:rPr lang="en-US" sz="2000" u="sng" dirty="0" smtClean="0"/>
              <a:t>loosening</a:t>
            </a:r>
            <a:r>
              <a:rPr lang="en-US" sz="2000" dirty="0" smtClean="0"/>
              <a:t> of bolts and nuts.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54808">
            <a:off x="1806453" y="1790299"/>
            <a:ext cx="2056302" cy="1373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264740" flipV="1">
            <a:off x="2573022" y="4406457"/>
            <a:ext cx="1734581" cy="157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43" y="93361"/>
            <a:ext cx="11709579" cy="1325563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r>
              <a:rPr lang="en-US" dirty="0"/>
              <a:t> (</a:t>
            </a:r>
            <a:r>
              <a:rPr lang="en-US" dirty="0" smtClean="0"/>
              <a:t>cont..)</a:t>
            </a:r>
            <a:r>
              <a:rPr lang="en-US" b="1" u="sng" dirty="0" smtClean="0"/>
              <a:t>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756142"/>
            <a:ext cx="10890161" cy="5563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en-US" sz="2000" u="sng" dirty="0" smtClean="0"/>
              <a:t>Pipe wrench / Bob Jones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</a:t>
            </a:r>
            <a:r>
              <a:rPr lang="en-US" sz="2000" dirty="0" smtClean="0"/>
              <a:t>used for </a:t>
            </a:r>
            <a:r>
              <a:rPr lang="en-US" sz="2000" u="sng" dirty="0" smtClean="0"/>
              <a:t>fastening</a:t>
            </a:r>
            <a:r>
              <a:rPr lang="en-US" sz="2000" dirty="0" smtClean="0"/>
              <a:t> and </a:t>
            </a:r>
            <a:r>
              <a:rPr lang="en-US" sz="2000" u="sng" dirty="0" smtClean="0"/>
              <a:t>loosening </a:t>
            </a:r>
            <a:r>
              <a:rPr lang="en-US" sz="2000" dirty="0" smtClean="0"/>
              <a:t>of bolts, nuts and fittings.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en-US" sz="2000" u="sng" dirty="0" smtClean="0"/>
              <a:t>Chisel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as a </a:t>
            </a:r>
            <a:r>
              <a:rPr lang="en-US" sz="2000" u="sng" dirty="0" smtClean="0"/>
              <a:t>cutting</a:t>
            </a:r>
            <a:r>
              <a:rPr lang="en-US" sz="2000" dirty="0" smtClean="0"/>
              <a:t> tool..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33" y="1209865"/>
            <a:ext cx="3514725" cy="1304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73900">
            <a:off x="1837107" y="3340272"/>
            <a:ext cx="1884206" cy="144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911348" cy="727533"/>
          </a:xfrm>
        </p:spPr>
        <p:txBody>
          <a:bodyPr/>
          <a:lstStyle/>
          <a:p>
            <a:r>
              <a:rPr lang="en-US" b="1" u="sng" dirty="0" smtClean="0"/>
              <a:t>Basic marking cutting hand and power tools. </a:t>
            </a:r>
            <a:r>
              <a:rPr lang="en-US" dirty="0"/>
              <a:t>(</a:t>
            </a:r>
            <a:r>
              <a:rPr lang="en-US" dirty="0" smtClean="0"/>
              <a:t>cont..)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3869"/>
            <a:ext cx="10890161" cy="55669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 smtClean="0"/>
              <a:t>9. </a:t>
            </a:r>
            <a:r>
              <a:rPr lang="en-US" sz="9600" u="sng" dirty="0" smtClean="0"/>
              <a:t>Blow torch</a:t>
            </a:r>
          </a:p>
          <a:p>
            <a:pPr>
              <a:buFontTx/>
              <a:buChar char="-"/>
            </a:pPr>
            <a:endParaRPr lang="en-US" sz="9600" dirty="0" smtClean="0"/>
          </a:p>
          <a:p>
            <a:pPr>
              <a:buFontTx/>
              <a:buChar char="-"/>
            </a:pPr>
            <a:endParaRPr lang="en-US" sz="8000" dirty="0"/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for </a:t>
            </a:r>
            <a:r>
              <a:rPr lang="en-US" sz="8000" u="sng" dirty="0" smtClean="0"/>
              <a:t>heating</a:t>
            </a:r>
            <a:r>
              <a:rPr lang="en-US" sz="8000" dirty="0" smtClean="0"/>
              <a:t> of metals and pipes</a:t>
            </a:r>
          </a:p>
          <a:p>
            <a:pPr marL="0" indent="0">
              <a:buNone/>
            </a:pPr>
            <a:r>
              <a:rPr lang="en-US" sz="8000" dirty="0" smtClean="0"/>
              <a:t>10. </a:t>
            </a:r>
            <a:r>
              <a:rPr lang="en-US" sz="8000" u="sng" dirty="0" smtClean="0"/>
              <a:t>Pipe cutter </a:t>
            </a:r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</a:t>
            </a:r>
            <a:r>
              <a:rPr lang="en-US" sz="8000" u="sng" dirty="0" smtClean="0"/>
              <a:t>cutting</a:t>
            </a:r>
            <a:r>
              <a:rPr lang="en-US" sz="8000" dirty="0" smtClean="0"/>
              <a:t> pipes.</a:t>
            </a:r>
          </a:p>
          <a:p>
            <a:pPr>
              <a:buFontTx/>
              <a:buChar char="-"/>
            </a:pPr>
            <a:endParaRPr lang="en-US" sz="80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527" y="1405382"/>
            <a:ext cx="2047741" cy="13764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82" y="4096759"/>
            <a:ext cx="2328559" cy="162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and hand tools</a:t>
            </a:r>
            <a:r>
              <a:rPr lang="en-US" b="1" dirty="0" smtClean="0"/>
              <a:t>. </a:t>
            </a:r>
            <a:r>
              <a:rPr lang="en-US" dirty="0" smtClean="0"/>
              <a:t>(continues)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6676"/>
            <a:ext cx="11353799" cy="5537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11. </a:t>
            </a:r>
            <a:r>
              <a:rPr lang="en-US" u="sng" dirty="0" smtClean="0"/>
              <a:t>Hand drill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It is used for </a:t>
            </a:r>
            <a:r>
              <a:rPr lang="en-US" u="sng" dirty="0" smtClean="0"/>
              <a:t>drilling</a:t>
            </a:r>
            <a:r>
              <a:rPr lang="en-US" dirty="0" smtClean="0"/>
              <a:t> of materials.</a:t>
            </a:r>
          </a:p>
          <a:p>
            <a:pPr marL="0" indent="0">
              <a:buNone/>
            </a:pPr>
            <a:r>
              <a:rPr lang="en-US" dirty="0" smtClean="0"/>
              <a:t>12. </a:t>
            </a:r>
            <a:r>
              <a:rPr lang="en-US" u="sng" dirty="0" smtClean="0"/>
              <a:t>Angle grinder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cutting</a:t>
            </a:r>
            <a:r>
              <a:rPr lang="en-US" dirty="0" smtClean="0"/>
              <a:t> and </a:t>
            </a:r>
            <a:r>
              <a:rPr lang="en-US" u="sng" dirty="0" smtClean="0"/>
              <a:t>grinding</a:t>
            </a:r>
            <a:r>
              <a:rPr lang="en-US" dirty="0" smtClean="0"/>
              <a:t> of materials.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269" y="1790298"/>
            <a:ext cx="2498504" cy="15969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921" y="4375789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107628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Basic marking cutting, power and hand tools</a:t>
            </a:r>
            <a:r>
              <a:rPr lang="en-US" b="1" dirty="0" smtClean="0"/>
              <a:t>. </a:t>
            </a:r>
            <a:r>
              <a:rPr lang="en-US" dirty="0" smtClean="0"/>
              <a:t>(continues)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13. </a:t>
            </a:r>
            <a:r>
              <a:rPr lang="en-US" u="sng" dirty="0" smtClean="0"/>
              <a:t>Pipe brush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cleaning</a:t>
            </a:r>
            <a:r>
              <a:rPr lang="en-US" dirty="0" smtClean="0"/>
              <a:t> of oxide films.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  <a:endParaRPr lang="en-US" dirty="0"/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Activity : Worksheet 2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522" t="20904" r="522" b="35884"/>
          <a:stretch/>
        </p:blipFill>
        <p:spPr>
          <a:xfrm>
            <a:off x="2106433" y="1960970"/>
            <a:ext cx="3212542" cy="103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5795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10</a:t>
            </a:r>
            <a:br>
              <a:rPr lang="en-US" sz="2700" dirty="0" smtClean="0"/>
            </a:br>
            <a:r>
              <a:rPr lang="en-US" sz="2700" dirty="0" smtClean="0"/>
              <a:t>Grade	   : Year 2 						             Time  :  30mins</a:t>
            </a:r>
            <a:br>
              <a:rPr lang="en-US" sz="2700" dirty="0" smtClean="0"/>
            </a:br>
            <a:r>
              <a:rPr lang="en-US" sz="2700" dirty="0" smtClean="0"/>
              <a:t>Date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391040" y="5024815"/>
            <a:ext cx="1522921" cy="115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3" y="2749832"/>
            <a:ext cx="3511600" cy="13107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360" y="2754945"/>
            <a:ext cx="2670279" cy="1335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785" y="4759657"/>
            <a:ext cx="2255716" cy="16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5. _________________  				              6. ____________________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r>
              <a:rPr lang="en-US" sz="2000" dirty="0" smtClean="0"/>
              <a:t>7. __________________ 				          8. 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9. __________________ 				        10. 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																	(10) 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52" y="3370292"/>
            <a:ext cx="1893570" cy="12680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82" y="1"/>
            <a:ext cx="1628153" cy="13522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2" y="0"/>
            <a:ext cx="3212870" cy="10364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254" y="3620089"/>
            <a:ext cx="1904109" cy="10119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35" y="1818986"/>
            <a:ext cx="1743478" cy="11141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6254" y="1703076"/>
            <a:ext cx="1666344" cy="110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1017431"/>
          </a:xfrm>
        </p:spPr>
        <p:txBody>
          <a:bodyPr/>
          <a:lstStyle/>
          <a:p>
            <a:r>
              <a:rPr lang="en-US" dirty="0" smtClean="0"/>
              <a:t>Measuring and Marking of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6975"/>
            <a:ext cx="12192000" cy="611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1.Callipers</a:t>
            </a:r>
          </a:p>
          <a:p>
            <a:pPr marL="0" indent="0" algn="just">
              <a:buNone/>
            </a:pPr>
            <a:r>
              <a:rPr lang="en-US" dirty="0" smtClean="0"/>
              <a:t>- There are two types of callipers i.e. inside and outside callipers.</a:t>
            </a:r>
          </a:p>
          <a:p>
            <a:pPr algn="just">
              <a:buFontTx/>
              <a:buChar char="-"/>
            </a:pPr>
            <a:r>
              <a:rPr lang="en-US" dirty="0" smtClean="0"/>
              <a:t>They are use to determine shorter lengths.</a:t>
            </a:r>
          </a:p>
          <a:p>
            <a:pPr marL="0" indent="0" algn="just">
              <a:buNone/>
            </a:pPr>
            <a:r>
              <a:rPr lang="en-US" dirty="0" smtClean="0"/>
              <a:t>Outside calliper.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Inside calliper</a:t>
            </a:r>
            <a:r>
              <a:rPr lang="en-US" dirty="0"/>
              <a:t>. 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AutoShape 2" descr="OUTSIDE CALIPER 300MM - Precision measuring instruments | Lim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OUTSIDE CALIPER 300MM - Precision measuring instruments | Limi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outside caliper tool from www.eis.co.z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/>
          </a:p>
        </p:txBody>
      </p:sp>
      <p:sp>
        <p:nvSpPr>
          <p:cNvPr id="7" name="AutoShape 8" descr="What is an outside caliper? - Wonkee Donkee Tool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41" y="2509688"/>
            <a:ext cx="2571017" cy="17108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926829" y="3955534"/>
            <a:ext cx="1658833" cy="23960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19812" y="4065872"/>
            <a:ext cx="1554941" cy="30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87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2. Ruler</a:t>
            </a:r>
          </a:p>
          <a:p>
            <a:pPr marL="0" indent="0">
              <a:buNone/>
            </a:pPr>
            <a:r>
              <a:rPr lang="en-US" dirty="0" smtClean="0"/>
              <a:t>-It is used to measure lengths.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3. Screw gauge (Micrometer)</a:t>
            </a:r>
          </a:p>
          <a:p>
            <a:pPr marL="0" indent="0">
              <a:buNone/>
            </a:pPr>
            <a:r>
              <a:rPr lang="en-US" dirty="0" smtClean="0"/>
              <a:t>-It is used to measure precise small lengths.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4. Measuring tapes.</a:t>
            </a:r>
          </a:p>
          <a:p>
            <a:pPr>
              <a:buFontTx/>
              <a:buChar char="-"/>
            </a:pPr>
            <a:r>
              <a:rPr lang="en-US" dirty="0" smtClean="0"/>
              <a:t>It is used to measure lengths.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Picture 3" descr="Image result for measuring tape for woodworki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5543" y="5182159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mage result for ruler for woodworki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9949" y="897499"/>
            <a:ext cx="2512933" cy="891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921" y="2773760"/>
            <a:ext cx="1182286" cy="118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0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059613" cy="68579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5. Vernier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-It is used to measure </a:t>
            </a:r>
            <a:r>
              <a:rPr lang="en-US" dirty="0" smtClean="0"/>
              <a:t>lengths.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Feedback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Activity 	 : Worksheet 3</a:t>
            </a:r>
          </a:p>
          <a:p>
            <a:pPr marL="0" indent="0">
              <a:buNone/>
            </a:pPr>
            <a:r>
              <a:rPr lang="en-US" sz="2000" dirty="0" smtClean="0"/>
              <a:t>Kwa </a:t>
            </a:r>
            <a:r>
              <a:rPr lang="en-US" sz="2000" dirty="0"/>
              <a:t>Thema Skills School</a:t>
            </a:r>
            <a:br>
              <a:rPr lang="en-US" sz="2000" dirty="0"/>
            </a:br>
            <a:r>
              <a:rPr lang="en-US" dirty="0"/>
              <a:t>Subject  </a:t>
            </a:r>
            <a:r>
              <a:rPr lang="en-US" dirty="0" smtClean="0"/>
              <a:t> : </a:t>
            </a:r>
            <a:r>
              <a:rPr lang="en-US" dirty="0"/>
              <a:t>Maintenance						        </a:t>
            </a:r>
            <a:r>
              <a:rPr lang="en-US" dirty="0" smtClean="0"/>
              <a:t>	Marks </a:t>
            </a:r>
            <a:r>
              <a:rPr lang="en-US" dirty="0"/>
              <a:t>: 10</a:t>
            </a:r>
            <a:br>
              <a:rPr lang="en-US" dirty="0"/>
            </a:br>
            <a:r>
              <a:rPr lang="en-US" dirty="0"/>
              <a:t>Grade	</a:t>
            </a:r>
            <a:r>
              <a:rPr lang="en-US" dirty="0" smtClean="0"/>
              <a:t> : </a:t>
            </a:r>
            <a:r>
              <a:rPr lang="en-US" dirty="0"/>
              <a:t>Year 2 						             </a:t>
            </a:r>
            <a:r>
              <a:rPr lang="en-US" dirty="0" smtClean="0"/>
              <a:t>		Time  </a:t>
            </a:r>
            <a:r>
              <a:rPr lang="en-US" dirty="0"/>
              <a:t>:  30mins</a:t>
            </a:r>
            <a:br>
              <a:rPr lang="en-US" dirty="0"/>
            </a:br>
            <a:r>
              <a:rPr lang="en-US" dirty="0"/>
              <a:t>Date      </a:t>
            </a:r>
            <a:r>
              <a:rPr lang="en-US" dirty="0" smtClean="0"/>
              <a:t> :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3773511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u="sng" dirty="0" smtClean="0"/>
          </a:p>
          <a:p>
            <a:r>
              <a:rPr lang="en-US" u="sng" dirty="0" smtClean="0"/>
              <a:t>Question:1</a:t>
            </a:r>
            <a:endParaRPr lang="en-US" u="sng" dirty="0"/>
          </a:p>
          <a:p>
            <a:r>
              <a:rPr lang="en-US" dirty="0" smtClean="0"/>
              <a:t>1.Name </a:t>
            </a:r>
            <a:r>
              <a:rPr lang="en-US" dirty="0"/>
              <a:t>the following marking and </a:t>
            </a:r>
            <a:r>
              <a:rPr lang="en-US" dirty="0" smtClean="0"/>
              <a:t>measuring </a:t>
            </a:r>
            <a:r>
              <a:rPr lang="en-US" dirty="0"/>
              <a:t>hand </a:t>
            </a:r>
            <a:r>
              <a:rPr lang="en-US" dirty="0" smtClean="0"/>
              <a:t>tools and its purpose or use.</a:t>
            </a:r>
            <a:endParaRPr lang="en-US" dirty="0"/>
          </a:p>
          <a:p>
            <a:endParaRPr lang="en-US" dirty="0"/>
          </a:p>
          <a:p>
            <a:r>
              <a:rPr lang="en-US" dirty="0"/>
              <a:t>									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1.1 Tool:__________________</a:t>
            </a:r>
            <a:r>
              <a:rPr lang="en-US" dirty="0"/>
              <a:t>				     </a:t>
            </a:r>
            <a:r>
              <a:rPr lang="en-US" dirty="0" smtClean="0"/>
              <a:t>2.1 Tool:_______________</a:t>
            </a:r>
            <a:endParaRPr lang="en-US" dirty="0"/>
          </a:p>
          <a:p>
            <a:r>
              <a:rPr lang="en-US" dirty="0" smtClean="0"/>
              <a:t>1.2 Use:____________________________________                       2.2. Use:___________________________________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8078"/>
            <a:ext cx="2705971" cy="1515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912" y="4862847"/>
            <a:ext cx="1552987" cy="13211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376" y="4848874"/>
            <a:ext cx="1975275" cy="13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8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3.1 </a:t>
            </a:r>
            <a:r>
              <a:rPr lang="en-US" dirty="0"/>
              <a:t>Tool:__________________				  </a:t>
            </a:r>
            <a:r>
              <a:rPr lang="en-US" dirty="0" smtClean="0"/>
              <a:t>                              4.1 </a:t>
            </a:r>
            <a:r>
              <a:rPr lang="en-US" dirty="0"/>
              <a:t>Tool:_______________</a:t>
            </a:r>
          </a:p>
          <a:p>
            <a:pPr marL="0" indent="0">
              <a:buNone/>
            </a:pPr>
            <a:r>
              <a:rPr lang="en-US" dirty="0" smtClean="0"/>
              <a:t>3.2 </a:t>
            </a:r>
            <a:r>
              <a:rPr lang="en-US" dirty="0"/>
              <a:t>Use:____________________________________                       </a:t>
            </a:r>
            <a:r>
              <a:rPr lang="en-US" dirty="0" smtClean="0"/>
              <a:t>4.2</a:t>
            </a:r>
            <a:r>
              <a:rPr lang="en-US" dirty="0"/>
              <a:t>. Use:___________________________________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.1 </a:t>
            </a:r>
            <a:r>
              <a:rPr lang="en-US" dirty="0"/>
              <a:t>Tool:__________________				                               </a:t>
            </a:r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.2 </a:t>
            </a:r>
            <a:r>
              <a:rPr lang="en-US" dirty="0"/>
              <a:t>Use:____________________________________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																(10)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 descr="Image result for ruler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271" y="3249130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5" y="135363"/>
            <a:ext cx="2929206" cy="1847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245" y="288077"/>
            <a:ext cx="2316681" cy="1542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303" y="172243"/>
            <a:ext cx="2395936" cy="16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38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</TotalTime>
  <Words>391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Maintenance Year 2         </vt:lpstr>
      <vt:lpstr>Basic marking cutting hand tools.</vt:lpstr>
      <vt:lpstr>Basic marking cutting, power and hand tools.   (continues)</vt:lpstr>
      <vt:lpstr>Basic marking cutting hand tools. (cont..)</vt:lpstr>
      <vt:lpstr>Basic marking cutting hand tools. (cont..) </vt:lpstr>
      <vt:lpstr>Basic marking cutting hand and power tools. (cont..)</vt:lpstr>
      <vt:lpstr>Basic marking cutting and hand tools. (continues)</vt:lpstr>
      <vt:lpstr>Basic marking cutting, power and hand tools. (continues)</vt:lpstr>
      <vt:lpstr>Kwa Thema Skills School Subject  : Maintenance              Marks : 10 Grade    : Year 2                    Time  :  30mins Date      :</vt:lpstr>
      <vt:lpstr>PowerPoint Presentation</vt:lpstr>
      <vt:lpstr>Measuring and Marking of tools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100</cp:revision>
  <cp:lastPrinted>2022-08-31T07:07:01Z</cp:lastPrinted>
  <dcterms:created xsi:type="dcterms:W3CDTF">2022-08-25T11:18:17Z</dcterms:created>
  <dcterms:modified xsi:type="dcterms:W3CDTF">2023-10-10T11:05:58Z</dcterms:modified>
</cp:coreProperties>
</file>