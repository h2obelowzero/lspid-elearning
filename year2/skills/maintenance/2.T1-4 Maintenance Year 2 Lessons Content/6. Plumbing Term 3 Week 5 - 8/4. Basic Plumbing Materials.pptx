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62" r:id="rId4"/>
    <p:sldId id="273" r:id="rId5"/>
    <p:sldId id="261" r:id="rId6"/>
    <p:sldId id="271" r:id="rId7"/>
    <p:sldId id="272" r:id="rId8"/>
    <p:sldId id="260" r:id="rId9"/>
    <p:sldId id="269" r:id="rId10"/>
    <p:sldId id="270" r:id="rId11"/>
  </p:sldIdLst>
  <p:sldSz cx="12192000" cy="6858000"/>
  <p:notesSz cx="6735763" cy="98663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06" autoAdjust="0"/>
    <p:restoredTop sz="94660"/>
  </p:normalViewPr>
  <p:slideViewPr>
    <p:cSldViewPr snapToGrid="0">
      <p:cViewPr varScale="1">
        <p:scale>
          <a:sx n="74" d="100"/>
          <a:sy n="74" d="100"/>
        </p:scale>
        <p:origin x="58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245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750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384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761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02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383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858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993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596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81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695006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5289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748141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2401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6244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300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131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799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9600" b="1" u="sng" dirty="0" smtClean="0"/>
              <a:t>Plumbing Materials</a:t>
            </a:r>
            <a:br>
              <a:rPr lang="en-US" sz="9600" b="1" u="sng" dirty="0" smtClean="0"/>
            </a:br>
            <a:r>
              <a:rPr lang="en-US" sz="9600" b="1" u="sng" dirty="0"/>
              <a:t/>
            </a:r>
            <a:br>
              <a:rPr lang="en-US" sz="9600" b="1" u="sng" dirty="0"/>
            </a:br>
            <a:r>
              <a:rPr lang="en-US" sz="9600" b="1" u="sng" dirty="0" smtClean="0"/>
              <a:t/>
            </a:r>
            <a:br>
              <a:rPr lang="en-US" sz="9600" b="1" u="sng" dirty="0" smtClean="0"/>
            </a:br>
            <a:r>
              <a:rPr lang="en-US" sz="9600" b="1" u="sng" dirty="0"/>
              <a:t/>
            </a:r>
            <a:br>
              <a:rPr lang="en-US" sz="9600" b="1" u="sng" dirty="0"/>
            </a:br>
            <a:r>
              <a:rPr lang="en-US" sz="9600" b="1" u="sng" dirty="0" smtClean="0"/>
              <a:t>    </a:t>
            </a:r>
            <a:endParaRPr lang="en-US" sz="3600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060" y="2143218"/>
            <a:ext cx="7610302" cy="3523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25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652" y="236336"/>
            <a:ext cx="11256134" cy="845489"/>
          </a:xfrm>
        </p:spPr>
        <p:txBody>
          <a:bodyPr>
            <a:normAutofit/>
          </a:bodyPr>
          <a:lstStyle/>
          <a:p>
            <a:r>
              <a:rPr lang="en-US" sz="4800" b="1" u="sng" dirty="0" smtClean="0"/>
              <a:t>Materials</a:t>
            </a:r>
            <a:endParaRPr lang="en-US" sz="4800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1081825"/>
            <a:ext cx="11198224" cy="577617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800" dirty="0" smtClean="0"/>
              <a:t>1. </a:t>
            </a:r>
            <a:r>
              <a:rPr lang="en-US" sz="2800" u="sng" dirty="0" smtClean="0"/>
              <a:t>PCV pipes</a:t>
            </a:r>
          </a:p>
          <a:p>
            <a:pPr marL="514350" indent="-514350">
              <a:buAutoNum type="arabicPeriod"/>
            </a:pPr>
            <a:endParaRPr lang="en-US" sz="2800" u="sng" dirty="0"/>
          </a:p>
          <a:p>
            <a:pPr marL="0" indent="0">
              <a:buNone/>
            </a:pPr>
            <a:endParaRPr lang="en-US" sz="2600" u="sng" dirty="0"/>
          </a:p>
          <a:p>
            <a:pPr marL="0" indent="0">
              <a:buNone/>
            </a:pPr>
            <a:endParaRPr lang="en-US" sz="2600" u="sng" dirty="0" smtClean="0"/>
          </a:p>
          <a:p>
            <a:pPr>
              <a:buFontTx/>
              <a:buChar char="-"/>
            </a:pPr>
            <a:endParaRPr lang="en-US" sz="2600" dirty="0" smtClean="0"/>
          </a:p>
          <a:p>
            <a:pPr marL="0" indent="0">
              <a:buNone/>
            </a:pPr>
            <a:r>
              <a:rPr lang="en-US" sz="2600" dirty="0" smtClean="0"/>
              <a:t>-They are used as </a:t>
            </a:r>
            <a:r>
              <a:rPr lang="en-US" sz="2600" u="sng" dirty="0" smtClean="0"/>
              <a:t>drainage</a:t>
            </a:r>
            <a:r>
              <a:rPr lang="en-US" sz="2600" dirty="0" smtClean="0"/>
              <a:t> and </a:t>
            </a:r>
            <a:r>
              <a:rPr lang="en-US" sz="2600" u="sng" dirty="0" smtClean="0"/>
              <a:t>sewage</a:t>
            </a:r>
            <a:r>
              <a:rPr lang="en-US" sz="2600" dirty="0" smtClean="0"/>
              <a:t> pipes.</a:t>
            </a:r>
          </a:p>
          <a:p>
            <a:pPr marL="0" indent="0">
              <a:buNone/>
            </a:pPr>
            <a:endParaRPr lang="en-US" sz="2600" dirty="0" smtClean="0"/>
          </a:p>
          <a:p>
            <a:pPr marL="0" indent="0">
              <a:buNone/>
            </a:pPr>
            <a:r>
              <a:rPr lang="en-US" sz="2800" dirty="0" smtClean="0"/>
              <a:t>2. </a:t>
            </a:r>
            <a:r>
              <a:rPr lang="en-US" sz="2800" u="sng" dirty="0" smtClean="0"/>
              <a:t>Pex pipes</a:t>
            </a:r>
          </a:p>
          <a:p>
            <a:pPr marL="0" indent="0">
              <a:buNone/>
            </a:pPr>
            <a:endParaRPr lang="en-US" sz="2600" u="sng" dirty="0"/>
          </a:p>
          <a:p>
            <a:pPr marL="0" indent="0">
              <a:buNone/>
            </a:pPr>
            <a:endParaRPr lang="en-US" sz="2600" u="sng" dirty="0" smtClean="0"/>
          </a:p>
          <a:p>
            <a:pPr marL="0" indent="0">
              <a:buNone/>
            </a:pPr>
            <a:endParaRPr lang="en-US" sz="2600" u="sng" dirty="0" smtClean="0"/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en-US" sz="2600" dirty="0" smtClean="0"/>
              <a:t>- It is used to </a:t>
            </a:r>
            <a:r>
              <a:rPr lang="en-US" sz="2600" u="sng" dirty="0" smtClean="0"/>
              <a:t>supply</a:t>
            </a:r>
            <a:r>
              <a:rPr lang="en-US" sz="2600" dirty="0" smtClean="0"/>
              <a:t> water.</a:t>
            </a:r>
          </a:p>
          <a:p>
            <a:pPr>
              <a:buFontTx/>
              <a:buChar char="-"/>
            </a:pPr>
            <a:endParaRPr lang="en-US" sz="2600" dirty="0"/>
          </a:p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281" y="4132037"/>
            <a:ext cx="2701534" cy="121269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0012" y="1505552"/>
            <a:ext cx="2796803" cy="1424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049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7937"/>
            <a:ext cx="11020424" cy="705040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 smtClean="0"/>
              <a:t>3. </a:t>
            </a:r>
            <a:r>
              <a:rPr lang="en-US" sz="2400" u="sng" dirty="0" smtClean="0"/>
              <a:t>Copper pipes</a:t>
            </a:r>
          </a:p>
          <a:p>
            <a:pPr>
              <a:buFontTx/>
              <a:buChar char="-"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                                 </a:t>
            </a: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- They are used for </a:t>
            </a:r>
            <a:r>
              <a:rPr lang="en-US" sz="2000" u="sng" dirty="0" smtClean="0"/>
              <a:t>supplying</a:t>
            </a:r>
            <a:r>
              <a:rPr lang="en-US" sz="2000" dirty="0"/>
              <a:t> </a:t>
            </a:r>
            <a:r>
              <a:rPr lang="en-US" sz="2000" dirty="0" smtClean="0"/>
              <a:t>water. </a:t>
            </a:r>
          </a:p>
          <a:p>
            <a:pPr marL="0" indent="0">
              <a:buNone/>
            </a:pPr>
            <a:r>
              <a:rPr lang="en-US" sz="2000" dirty="0" smtClean="0"/>
              <a:t>4</a:t>
            </a:r>
            <a:r>
              <a:rPr lang="en-US" sz="2400" dirty="0" smtClean="0"/>
              <a:t>.</a:t>
            </a:r>
            <a:r>
              <a:rPr lang="en-US" sz="2400" u="sng" dirty="0"/>
              <a:t> </a:t>
            </a:r>
            <a:r>
              <a:rPr lang="en-US" sz="2400" u="sng" dirty="0" smtClean="0"/>
              <a:t>Galvanized pipes</a:t>
            </a:r>
          </a:p>
          <a:p>
            <a:pPr marL="0" indent="0">
              <a:buNone/>
            </a:pPr>
            <a:endParaRPr lang="en-US" sz="2000" u="sng" dirty="0"/>
          </a:p>
          <a:p>
            <a:pPr marL="0" indent="0">
              <a:buNone/>
            </a:pPr>
            <a:r>
              <a:rPr lang="en-US" sz="2000" u="sng" dirty="0" smtClean="0"/>
              <a:t>                     </a:t>
            </a:r>
          </a:p>
          <a:p>
            <a:pPr marL="0" indent="0">
              <a:buNone/>
            </a:pPr>
            <a:endParaRPr lang="en-US" sz="2000" dirty="0" smtClean="0"/>
          </a:p>
          <a:p>
            <a:pPr>
              <a:buFontTx/>
              <a:buChar char="-"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- </a:t>
            </a:r>
            <a:r>
              <a:rPr lang="en-US" sz="2000" dirty="0"/>
              <a:t>They are used for </a:t>
            </a:r>
            <a:r>
              <a:rPr lang="en-US" sz="2000" u="sng" dirty="0"/>
              <a:t>supplying</a:t>
            </a:r>
            <a:r>
              <a:rPr lang="en-US" sz="2000" dirty="0"/>
              <a:t> </a:t>
            </a:r>
            <a:r>
              <a:rPr lang="en-US" sz="2000" dirty="0" smtClean="0"/>
              <a:t>water.</a:t>
            </a:r>
          </a:p>
          <a:p>
            <a:pPr>
              <a:buFontTx/>
              <a:buChar char="-"/>
            </a:pP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AutoShape 18" descr="Isithombe se-MAKITA MT | Jig Saw 450W Top Handle | M4301B | SHOP SOILED PACKAGI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AutoShape 20" descr="Isithombe se-MAKITA MT | Jig Saw 450W Top Handle | M4301B | SHOP SOILED PACKAGI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AutoShape 22" descr="Isithombe se-MAKITA MT | Jig Saw 450W Top Handle | M4301B | SHOP SOILED PACKAGI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575" y="769938"/>
            <a:ext cx="3631047" cy="1726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768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7937"/>
            <a:ext cx="11020424" cy="705040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5</a:t>
            </a:r>
            <a:r>
              <a:rPr lang="en-US" sz="2000" dirty="0" smtClean="0"/>
              <a:t>. </a:t>
            </a:r>
            <a:r>
              <a:rPr lang="en-US" sz="2400" u="sng" dirty="0" smtClean="0"/>
              <a:t>Cast iron pipes</a:t>
            </a:r>
          </a:p>
          <a:p>
            <a:pPr>
              <a:buFontTx/>
              <a:buChar char="-"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                                 </a:t>
            </a: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- They are used for </a:t>
            </a:r>
            <a:r>
              <a:rPr lang="en-US" sz="2000" u="sng" dirty="0" smtClean="0"/>
              <a:t>supplying</a:t>
            </a:r>
            <a:r>
              <a:rPr lang="en-US" sz="2000" dirty="0"/>
              <a:t> </a:t>
            </a:r>
            <a:r>
              <a:rPr lang="en-US" sz="2000" dirty="0" smtClean="0"/>
              <a:t>water. </a:t>
            </a:r>
          </a:p>
          <a:p>
            <a:pPr marL="0" indent="0">
              <a:buNone/>
            </a:pPr>
            <a:r>
              <a:rPr lang="en-US" sz="2000" dirty="0"/>
              <a:t>6</a:t>
            </a:r>
            <a:r>
              <a:rPr lang="en-US" sz="2400" dirty="0" smtClean="0"/>
              <a:t>.</a:t>
            </a:r>
            <a:r>
              <a:rPr lang="en-US" sz="2400" u="sng" dirty="0" smtClean="0"/>
              <a:t> ABS pipes</a:t>
            </a:r>
          </a:p>
          <a:p>
            <a:pPr marL="0" indent="0">
              <a:buNone/>
            </a:pPr>
            <a:endParaRPr lang="en-US" sz="2000" u="sng" dirty="0"/>
          </a:p>
          <a:p>
            <a:pPr marL="0" indent="0">
              <a:buNone/>
            </a:pPr>
            <a:r>
              <a:rPr lang="en-US" sz="2000" u="sng" dirty="0" smtClean="0"/>
              <a:t>                     </a:t>
            </a:r>
          </a:p>
          <a:p>
            <a:pPr marL="0" indent="0">
              <a:buNone/>
            </a:pPr>
            <a:endParaRPr lang="en-US" sz="2000" dirty="0" smtClean="0"/>
          </a:p>
          <a:p>
            <a:pPr>
              <a:buFontTx/>
              <a:buChar char="-"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- </a:t>
            </a:r>
            <a:r>
              <a:rPr lang="en-US" sz="2000" dirty="0"/>
              <a:t>They are used for </a:t>
            </a:r>
            <a:r>
              <a:rPr lang="en-US" sz="2000" u="sng" dirty="0"/>
              <a:t>supplying</a:t>
            </a:r>
            <a:r>
              <a:rPr lang="en-US" sz="2000" dirty="0"/>
              <a:t> </a:t>
            </a:r>
            <a:r>
              <a:rPr lang="en-US" sz="2000" dirty="0" smtClean="0"/>
              <a:t>water.</a:t>
            </a:r>
          </a:p>
          <a:p>
            <a:pPr>
              <a:buFontTx/>
              <a:buChar char="-"/>
            </a:pP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AutoShape 18" descr="Isithombe se-MAKITA MT | Jig Saw 450W Top Handle | M4301B | SHOP SOILED PACKAGI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AutoShape 20" descr="Isithombe se-MAKITA MT | Jig Saw 450W Top Handle | M4301B | SHOP SOILED PACKAGI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AutoShape 22" descr="Isithombe se-MAKITA MT | Jig Saw 450W Top Handle | M4301B | SHOP SOILED PACKAGI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7047" y="3713441"/>
            <a:ext cx="2875410" cy="191302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7047" y="617537"/>
            <a:ext cx="28575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464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937"/>
            <a:ext cx="11353799" cy="68500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dirty="0"/>
              <a:t>7</a:t>
            </a:r>
            <a:r>
              <a:rPr lang="en-US" sz="2600" dirty="0" smtClean="0"/>
              <a:t>. </a:t>
            </a:r>
            <a:r>
              <a:rPr lang="en-US" sz="2600" u="sng" dirty="0" smtClean="0"/>
              <a:t>Copper fittings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r>
              <a:rPr lang="en-US" u="sng" dirty="0" smtClean="0"/>
              <a:t>                         </a:t>
            </a:r>
          </a:p>
          <a:p>
            <a:pPr>
              <a:buFontTx/>
              <a:buChar char="-"/>
            </a:pPr>
            <a:endParaRPr lang="en-US" dirty="0" smtClean="0"/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US" dirty="0" smtClean="0"/>
          </a:p>
          <a:p>
            <a:pPr marL="0" indent="0">
              <a:buNone/>
            </a:pPr>
            <a:r>
              <a:rPr lang="en-US" sz="2200" dirty="0" smtClean="0"/>
              <a:t>- </a:t>
            </a:r>
            <a:r>
              <a:rPr lang="en-US" sz="2400" dirty="0"/>
              <a:t>They are used </a:t>
            </a:r>
            <a:r>
              <a:rPr lang="en-US" sz="2400" dirty="0" smtClean="0"/>
              <a:t>for </a:t>
            </a:r>
            <a:r>
              <a:rPr lang="en-US" sz="2400" u="sng" dirty="0" smtClean="0"/>
              <a:t>joining</a:t>
            </a:r>
            <a:r>
              <a:rPr lang="en-US" sz="2400" dirty="0" smtClean="0"/>
              <a:t> pipes.</a:t>
            </a:r>
            <a:endParaRPr lang="en-US" sz="2200" dirty="0" smtClean="0"/>
          </a:p>
          <a:p>
            <a:pPr marL="0" indent="0">
              <a:buNone/>
            </a:pPr>
            <a:r>
              <a:rPr lang="en-US" dirty="0" smtClean="0"/>
              <a:t>                                               </a:t>
            </a:r>
          </a:p>
          <a:p>
            <a:pPr marL="0" indent="0">
              <a:buNone/>
            </a:pPr>
            <a:r>
              <a:rPr lang="en-US" sz="2600" dirty="0"/>
              <a:t>8</a:t>
            </a:r>
            <a:r>
              <a:rPr lang="en-US" sz="2600" dirty="0" smtClean="0"/>
              <a:t>. </a:t>
            </a:r>
            <a:r>
              <a:rPr lang="en-US" sz="2600" u="sng" dirty="0" smtClean="0"/>
              <a:t>Plastic fittings</a:t>
            </a:r>
          </a:p>
          <a:p>
            <a:pPr marL="0" indent="0">
              <a:buNone/>
            </a:pPr>
            <a:endParaRPr lang="en-US" sz="2600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>
              <a:buFontTx/>
              <a:buChar char="-"/>
            </a:pPr>
            <a:endParaRPr lang="en-US" dirty="0" smtClean="0"/>
          </a:p>
          <a:p>
            <a:pPr marL="0" indent="0">
              <a:buNone/>
            </a:pPr>
            <a:r>
              <a:rPr lang="en-US" sz="4200" dirty="0" smtClean="0"/>
              <a:t>- </a:t>
            </a:r>
            <a:r>
              <a:rPr lang="en-US" sz="2200" dirty="0"/>
              <a:t>They are used for </a:t>
            </a:r>
            <a:r>
              <a:rPr lang="en-US" sz="2200" u="sng" dirty="0"/>
              <a:t>joining</a:t>
            </a:r>
            <a:r>
              <a:rPr lang="en-US" sz="2200" dirty="0"/>
              <a:t> pipes.</a:t>
            </a:r>
            <a:endParaRPr lang="en-US" sz="2200" dirty="0" smtClean="0"/>
          </a:p>
          <a:p>
            <a:pPr>
              <a:buFontTx/>
              <a:buChar char="-"/>
            </a:pPr>
            <a:endParaRPr lang="en-US" sz="2200" dirty="0"/>
          </a:p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182" y="553984"/>
            <a:ext cx="4855947" cy="163542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963" y="3652166"/>
            <a:ext cx="2810383" cy="174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6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937"/>
            <a:ext cx="11353799" cy="68500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dirty="0"/>
              <a:t>9</a:t>
            </a:r>
            <a:r>
              <a:rPr lang="en-US" sz="2600" dirty="0" smtClean="0"/>
              <a:t>. </a:t>
            </a:r>
            <a:r>
              <a:rPr lang="en-US" sz="2600" u="sng" dirty="0" smtClean="0"/>
              <a:t>Copper fittings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r>
              <a:rPr lang="en-US" u="sng" dirty="0" smtClean="0"/>
              <a:t>                         </a:t>
            </a:r>
          </a:p>
          <a:p>
            <a:pPr>
              <a:buFontTx/>
              <a:buChar char="-"/>
            </a:pPr>
            <a:endParaRPr lang="en-US" dirty="0" smtClean="0"/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US" dirty="0" smtClean="0"/>
          </a:p>
          <a:p>
            <a:pPr marL="0" indent="0">
              <a:buNone/>
            </a:pPr>
            <a:r>
              <a:rPr lang="en-US" sz="2200" dirty="0" smtClean="0"/>
              <a:t>- </a:t>
            </a:r>
            <a:r>
              <a:rPr lang="en-US" sz="2000" dirty="0"/>
              <a:t>They are used for </a:t>
            </a:r>
            <a:r>
              <a:rPr lang="en-US" sz="2000" u="sng" dirty="0"/>
              <a:t>joining</a:t>
            </a:r>
            <a:r>
              <a:rPr lang="en-US" sz="2000" dirty="0"/>
              <a:t> pipes.</a:t>
            </a:r>
            <a:endParaRPr lang="en-US" sz="2200" dirty="0" smtClean="0"/>
          </a:p>
          <a:p>
            <a:pPr marL="0" indent="0">
              <a:buNone/>
            </a:pPr>
            <a:r>
              <a:rPr lang="en-US" dirty="0" smtClean="0"/>
              <a:t>                                               </a:t>
            </a:r>
          </a:p>
          <a:p>
            <a:pPr marL="0" indent="0">
              <a:buNone/>
            </a:pPr>
            <a:r>
              <a:rPr lang="en-US" sz="2600" dirty="0" smtClean="0"/>
              <a:t>10. </a:t>
            </a:r>
            <a:r>
              <a:rPr lang="en-US" sz="2600" u="sng" dirty="0" smtClean="0"/>
              <a:t>Plastic fittings</a:t>
            </a:r>
          </a:p>
          <a:p>
            <a:pPr marL="0" indent="0">
              <a:buNone/>
            </a:pPr>
            <a:endParaRPr lang="en-US" sz="2600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>
              <a:buFontTx/>
              <a:buChar char="-"/>
            </a:pPr>
            <a:endParaRPr lang="en-US" dirty="0" smtClean="0"/>
          </a:p>
          <a:p>
            <a:pPr marL="0" indent="0">
              <a:buNone/>
            </a:pPr>
            <a:r>
              <a:rPr lang="en-US" sz="4200" dirty="0" smtClean="0"/>
              <a:t>- </a:t>
            </a:r>
            <a:r>
              <a:rPr lang="en-US" sz="2000" dirty="0"/>
              <a:t>They are used for </a:t>
            </a:r>
            <a:r>
              <a:rPr lang="en-US" sz="2000" u="sng" dirty="0"/>
              <a:t>joining</a:t>
            </a:r>
            <a:r>
              <a:rPr lang="en-US" sz="2000" dirty="0"/>
              <a:t> pipes.</a:t>
            </a:r>
            <a:endParaRPr lang="en-US" sz="2200" dirty="0" smtClean="0"/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9019" y="3693620"/>
            <a:ext cx="2705100" cy="16859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6981" y="430973"/>
            <a:ext cx="2537138" cy="1784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663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937"/>
            <a:ext cx="11353799" cy="68500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600" dirty="0" smtClean="0"/>
              <a:t>11. </a:t>
            </a:r>
            <a:r>
              <a:rPr lang="en-US" sz="2600" u="sng" dirty="0" smtClean="0"/>
              <a:t>Brass fittings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r>
              <a:rPr lang="en-US" u="sng" dirty="0" smtClean="0"/>
              <a:t>                         </a:t>
            </a:r>
          </a:p>
          <a:p>
            <a:pPr>
              <a:buFontTx/>
              <a:buChar char="-"/>
            </a:pPr>
            <a:endParaRPr lang="en-US" dirty="0" smtClean="0"/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US" dirty="0" smtClean="0"/>
          </a:p>
          <a:p>
            <a:pPr marL="0" indent="0">
              <a:buNone/>
            </a:pPr>
            <a:r>
              <a:rPr lang="en-US" sz="2200" dirty="0" smtClean="0"/>
              <a:t>- </a:t>
            </a:r>
            <a:r>
              <a:rPr lang="en-US" sz="2000" dirty="0"/>
              <a:t>They are used for </a:t>
            </a:r>
            <a:r>
              <a:rPr lang="en-US" sz="2000" u="sng" dirty="0"/>
              <a:t>joining</a:t>
            </a:r>
            <a:r>
              <a:rPr lang="en-US" sz="2000" dirty="0"/>
              <a:t> pipes</a:t>
            </a:r>
            <a:r>
              <a:rPr lang="en-US" sz="2000" dirty="0" smtClean="0"/>
              <a:t>.</a:t>
            </a:r>
            <a:r>
              <a:rPr lang="en-US" dirty="0" smtClean="0"/>
              <a:t>                                              </a:t>
            </a:r>
          </a:p>
          <a:p>
            <a:pPr marL="0" indent="0">
              <a:buNone/>
            </a:pPr>
            <a:r>
              <a:rPr lang="en-US" sz="2600" dirty="0" smtClean="0"/>
              <a:t>12. </a:t>
            </a:r>
            <a:r>
              <a:rPr lang="en-US" sz="2600" u="sng" dirty="0" smtClean="0"/>
              <a:t>Tread tape</a:t>
            </a:r>
          </a:p>
          <a:p>
            <a:pPr marL="0" indent="0">
              <a:buNone/>
            </a:pPr>
            <a:endParaRPr lang="en-US" sz="2600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>
              <a:buFontTx/>
              <a:buChar char="-"/>
            </a:pPr>
            <a:endParaRPr lang="en-US" dirty="0" smtClean="0"/>
          </a:p>
          <a:p>
            <a:pPr marL="0" indent="0">
              <a:buNone/>
            </a:pPr>
            <a:r>
              <a:rPr lang="en-US" sz="4200" dirty="0" smtClean="0"/>
              <a:t>- </a:t>
            </a:r>
            <a:r>
              <a:rPr lang="en-US" sz="2200" dirty="0" smtClean="0"/>
              <a:t>It is used to tight </a:t>
            </a:r>
            <a:r>
              <a:rPr lang="en-US" sz="2200" u="sng" dirty="0" smtClean="0"/>
              <a:t>seal</a:t>
            </a:r>
            <a:r>
              <a:rPr lang="en-US" sz="2200" dirty="0" smtClean="0"/>
              <a:t> pipes and fittings..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453" y="460607"/>
            <a:ext cx="2694666" cy="160948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5408" y="3310044"/>
            <a:ext cx="2082755" cy="16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468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7937"/>
            <a:ext cx="11198136" cy="6850063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9600" dirty="0" smtClean="0"/>
              <a:t>11. </a:t>
            </a:r>
            <a:r>
              <a:rPr lang="en-US" sz="9600" u="sng" dirty="0" smtClean="0"/>
              <a:t>PVC glue</a:t>
            </a:r>
          </a:p>
          <a:p>
            <a:pPr marL="0" indent="0">
              <a:buNone/>
            </a:pPr>
            <a:r>
              <a:rPr lang="en-US" sz="6000" dirty="0" smtClean="0"/>
              <a:t>                          </a:t>
            </a:r>
          </a:p>
          <a:p>
            <a:pPr marL="0" indent="0">
              <a:buNone/>
            </a:pPr>
            <a:r>
              <a:rPr lang="en-US" dirty="0" smtClean="0"/>
              <a:t>                     </a:t>
            </a:r>
            <a:endParaRPr lang="en-US" dirty="0"/>
          </a:p>
          <a:p>
            <a:pPr>
              <a:buFontTx/>
              <a:buChar char="-"/>
            </a:pPr>
            <a:endParaRPr lang="en-US" dirty="0" smtClean="0"/>
          </a:p>
          <a:p>
            <a:pPr>
              <a:buFontTx/>
              <a:buChar char="-"/>
            </a:pPr>
            <a:endParaRPr lang="en-US" dirty="0" smtClean="0"/>
          </a:p>
          <a:p>
            <a:pPr marL="0" indent="0">
              <a:buNone/>
            </a:pPr>
            <a:endParaRPr lang="en-US" sz="5000" dirty="0" smtClean="0"/>
          </a:p>
          <a:p>
            <a:pPr marL="0" indent="0">
              <a:buNone/>
            </a:pPr>
            <a:endParaRPr lang="en-US" sz="5000" dirty="0"/>
          </a:p>
          <a:p>
            <a:pPr marL="0" indent="0">
              <a:buNone/>
            </a:pPr>
            <a:endParaRPr lang="en-US" sz="5000" dirty="0" smtClean="0"/>
          </a:p>
          <a:p>
            <a:pPr marL="0" indent="0">
              <a:buNone/>
            </a:pPr>
            <a:r>
              <a:rPr lang="en-US" sz="8000" dirty="0" smtClean="0"/>
              <a:t>- It </a:t>
            </a:r>
            <a:r>
              <a:rPr lang="en-US" sz="8000" dirty="0"/>
              <a:t>is used </a:t>
            </a:r>
            <a:r>
              <a:rPr lang="en-US" sz="8000" dirty="0" smtClean="0"/>
              <a:t>to tight </a:t>
            </a:r>
            <a:r>
              <a:rPr lang="en-US" sz="8000" u="sng" dirty="0" smtClean="0"/>
              <a:t>seal</a:t>
            </a:r>
            <a:r>
              <a:rPr lang="en-US" sz="8000" dirty="0" smtClean="0"/>
              <a:t> pipes and fittings.</a:t>
            </a:r>
          </a:p>
          <a:p>
            <a:pPr marL="0" indent="0">
              <a:buNone/>
            </a:pPr>
            <a:r>
              <a:rPr lang="en-US" sz="9600" dirty="0" smtClean="0"/>
              <a:t>12. </a:t>
            </a:r>
            <a:r>
              <a:rPr lang="en-US" sz="9600" u="sng" dirty="0" smtClean="0"/>
              <a:t>Flux</a:t>
            </a:r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r>
              <a:rPr lang="en-US" sz="8000" dirty="0" smtClean="0"/>
              <a:t>- It is used to </a:t>
            </a:r>
            <a:r>
              <a:rPr lang="en-US" sz="8000" u="sng" dirty="0" smtClean="0"/>
              <a:t>remove</a:t>
            </a:r>
            <a:r>
              <a:rPr lang="en-US" sz="8000" dirty="0" smtClean="0"/>
              <a:t> oxide films.</a:t>
            </a:r>
          </a:p>
          <a:p>
            <a:pPr>
              <a:buFontTx/>
              <a:buChar char="-"/>
            </a:pPr>
            <a:endParaRPr lang="en-US" sz="8000" dirty="0" smtClean="0"/>
          </a:p>
          <a:p>
            <a:pPr marL="0" indent="0">
              <a:buNone/>
            </a:pPr>
            <a:r>
              <a:rPr lang="en-US" sz="12800" u="sng" dirty="0" smtClean="0"/>
              <a:t>Feedback</a:t>
            </a:r>
          </a:p>
          <a:p>
            <a:pPr marL="0" indent="0">
              <a:buNone/>
            </a:pPr>
            <a:endParaRPr lang="en-US" sz="6200" u="sng" dirty="0"/>
          </a:p>
          <a:p>
            <a:pPr marL="0" indent="0">
              <a:buNone/>
            </a:pPr>
            <a:r>
              <a:rPr lang="en-US" sz="11200" dirty="0" smtClean="0"/>
              <a:t>Activity : Worksheet 3</a:t>
            </a:r>
          </a:p>
          <a:p>
            <a:pPr>
              <a:buFontTx/>
              <a:buChar char="-"/>
            </a:pPr>
            <a:endParaRPr lang="en-US" sz="11200" dirty="0" smtClean="0"/>
          </a:p>
          <a:p>
            <a:pPr marL="0" indent="0">
              <a:buNone/>
            </a:pPr>
            <a:endParaRPr lang="en-US" dirty="0" smtClean="0"/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4258" y="2840864"/>
            <a:ext cx="1609860" cy="1493949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4258" y="541785"/>
            <a:ext cx="1415804" cy="1415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062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125"/>
            <a:ext cx="11353800" cy="1634285"/>
          </a:xfrm>
        </p:spPr>
        <p:txBody>
          <a:bodyPr>
            <a:normAutofit fontScale="90000"/>
          </a:bodyPr>
          <a:lstStyle/>
          <a:p>
            <a:r>
              <a:rPr lang="en-US" sz="3200" dirty="0" smtClean="0"/>
              <a:t>Kwa Thema Skills School</a:t>
            </a:r>
            <a:br>
              <a:rPr lang="en-US" sz="3200" dirty="0" smtClean="0"/>
            </a:br>
            <a:r>
              <a:rPr lang="en-US" sz="2700" dirty="0" smtClean="0"/>
              <a:t>Subject : Maintenance						    Marks : 10</a:t>
            </a:r>
            <a:br>
              <a:rPr lang="en-US" sz="2700" dirty="0" smtClean="0"/>
            </a:br>
            <a:r>
              <a:rPr lang="en-US" sz="2700" dirty="0" smtClean="0"/>
              <a:t>Grade	  : Year 2 						              Time  :  30mins</a:t>
            </a:r>
            <a:br>
              <a:rPr lang="en-US" sz="2700" dirty="0" smtClean="0"/>
            </a:br>
            <a:r>
              <a:rPr lang="en-US" sz="2700" dirty="0" smtClean="0"/>
              <a:t>Date     :</a:t>
            </a:r>
            <a:endParaRPr lang="en-US" sz="27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25624"/>
            <a:ext cx="121920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u="sng" dirty="0" smtClean="0"/>
              <a:t>Question:1</a:t>
            </a:r>
          </a:p>
          <a:p>
            <a:pPr marL="514350" indent="-514350">
              <a:buAutoNum type="arabicPeriod"/>
            </a:pPr>
            <a:r>
              <a:rPr lang="en-US" sz="2400" dirty="0" smtClean="0"/>
              <a:t>Give the purpose of the following.</a:t>
            </a:r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									</a:t>
            </a: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1.____________________________	</a:t>
            </a:r>
            <a:r>
              <a:rPr lang="en-US" sz="2400" dirty="0"/>
              <a:t> </a:t>
            </a:r>
            <a:r>
              <a:rPr lang="en-US" sz="2400" dirty="0" smtClean="0"/>
              <a:t>    2._____________________________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									</a:t>
            </a:r>
          </a:p>
          <a:p>
            <a:pPr marL="0" indent="0">
              <a:buNone/>
            </a:pPr>
            <a:r>
              <a:rPr lang="en-US" sz="2400" dirty="0" smtClean="0"/>
              <a:t>3.____________________________  		4. _____________________________</a:t>
            </a:r>
            <a:endParaRPr lang="en-US" sz="24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126" y="2754858"/>
            <a:ext cx="1609860" cy="149394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694" y="2834412"/>
            <a:ext cx="1414395" cy="141439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446" y="4854890"/>
            <a:ext cx="2085013" cy="1639966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4748661"/>
            <a:ext cx="2694666" cy="1609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861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1353800" cy="685800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900" dirty="0" smtClean="0"/>
              <a:t>5. _________________ </a:t>
            </a:r>
          </a:p>
          <a:p>
            <a:pPr marL="0" indent="0">
              <a:buNone/>
            </a:pPr>
            <a:r>
              <a:rPr lang="en-US" sz="2900" dirty="0" smtClean="0"/>
              <a:t> 																					(5)			                </a:t>
            </a:r>
          </a:p>
          <a:p>
            <a:pPr marL="0" indent="0">
              <a:buNone/>
            </a:pPr>
            <a:r>
              <a:rPr lang="en-US" sz="2900" u="sng" dirty="0" smtClean="0"/>
              <a:t>Question : 2</a:t>
            </a:r>
          </a:p>
          <a:p>
            <a:pPr marL="0" indent="0">
              <a:buNone/>
            </a:pPr>
            <a:r>
              <a:rPr lang="en-US" sz="2900" dirty="0" smtClean="0"/>
              <a:t>1.Name five types of pipes that are used in plumbing.</a:t>
            </a:r>
          </a:p>
          <a:p>
            <a:pPr marL="0" indent="0">
              <a:buNone/>
            </a:pPr>
            <a:r>
              <a:rPr lang="en-US" sz="2900" dirty="0" smtClean="0"/>
              <a:t>1.1 ____________________________</a:t>
            </a:r>
          </a:p>
          <a:p>
            <a:pPr marL="0" indent="0">
              <a:buNone/>
            </a:pPr>
            <a:r>
              <a:rPr lang="en-US" sz="2900" dirty="0" smtClean="0"/>
              <a:t>1.2 ____________________________</a:t>
            </a:r>
          </a:p>
          <a:p>
            <a:pPr marL="0" indent="0">
              <a:buNone/>
            </a:pPr>
            <a:r>
              <a:rPr lang="en-US" sz="2900" dirty="0" smtClean="0"/>
              <a:t>1.3 ____________________________</a:t>
            </a:r>
          </a:p>
          <a:p>
            <a:pPr marL="0" indent="0">
              <a:buNone/>
            </a:pPr>
            <a:r>
              <a:rPr lang="en-US" sz="2900" dirty="0" smtClean="0"/>
              <a:t>1.4 ____________________________</a:t>
            </a:r>
          </a:p>
          <a:p>
            <a:pPr marL="0" indent="0">
              <a:buNone/>
            </a:pPr>
            <a:r>
              <a:rPr lang="en-US" sz="2900" dirty="0" smtClean="0"/>
              <a:t>1.5 ____________________________</a:t>
            </a:r>
          </a:p>
          <a:p>
            <a:pPr marL="0" indent="0">
              <a:buNone/>
            </a:pPr>
            <a:r>
              <a:rPr lang="en-US" sz="2900" dirty="0" smtClean="0"/>
              <a:t>																					(5)</a:t>
            </a:r>
          </a:p>
          <a:p>
            <a:pPr marL="0" indent="0">
              <a:buNone/>
            </a:pPr>
            <a:endParaRPr lang="en-US" sz="2900" dirty="0"/>
          </a:p>
          <a:p>
            <a:pPr marL="0" indent="0" algn="ctr">
              <a:buNone/>
            </a:pPr>
            <a:r>
              <a:rPr lang="en-US" sz="2900" b="1" dirty="0" smtClean="0"/>
              <a:t>Total : 10</a:t>
            </a:r>
            <a:endParaRPr lang="en-US" sz="2900" b="1" dirty="0"/>
          </a:p>
          <a:p>
            <a:pPr marL="0" indent="0">
              <a:buNone/>
            </a:pPr>
            <a:r>
              <a:rPr lang="en-US" sz="2900" dirty="0" smtClean="0"/>
              <a:t>		</a:t>
            </a:r>
          </a:p>
          <a:p>
            <a:pPr marL="3657600" lvl="8" indent="0">
              <a:buNone/>
            </a:pPr>
            <a:r>
              <a:rPr lang="en-US" sz="2000" dirty="0" smtClean="0"/>
              <a:t>					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		</a:t>
            </a:r>
          </a:p>
          <a:p>
            <a:pPr marL="0" indent="0">
              <a:buNone/>
            </a:pPr>
            <a:r>
              <a:rPr lang="en-US" sz="2000" dirty="0"/>
              <a:t>	</a:t>
            </a:r>
            <a:r>
              <a:rPr lang="en-US" sz="2000" dirty="0" smtClean="0"/>
              <a:t>																			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189" y="137418"/>
            <a:ext cx="2700762" cy="1213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032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736</TotalTime>
  <Words>219</Words>
  <Application>Microsoft Office PowerPoint</Application>
  <PresentationFormat>Widescreen</PresentationFormat>
  <Paragraphs>160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</vt:lpstr>
      <vt:lpstr>Plumbing Materials        </vt:lpstr>
      <vt:lpstr>Materials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Kwa Thema Skills School Subject : Maintenance          Marks : 10 Grade   : Year 2                     Time  :  30mins Date     :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Maintenance Year 2</dc:title>
  <dc:creator>Dr. MP Mazibuko</dc:creator>
  <cp:lastModifiedBy>Dr. MP Mazibuko</cp:lastModifiedBy>
  <cp:revision>114</cp:revision>
  <cp:lastPrinted>2022-08-31T08:47:15Z</cp:lastPrinted>
  <dcterms:created xsi:type="dcterms:W3CDTF">2022-08-25T11:18:17Z</dcterms:created>
  <dcterms:modified xsi:type="dcterms:W3CDTF">2022-09-22T10:46:04Z</dcterms:modified>
</cp:coreProperties>
</file>