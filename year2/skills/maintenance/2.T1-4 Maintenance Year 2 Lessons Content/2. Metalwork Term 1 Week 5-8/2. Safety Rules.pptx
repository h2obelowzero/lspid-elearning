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2" r:id="rId2"/>
    <p:sldId id="27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404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738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253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27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722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89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951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993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745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559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4111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750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395847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191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35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647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360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824088"/>
          </a:xfrm>
        </p:spPr>
        <p:txBody>
          <a:bodyPr/>
          <a:lstStyle/>
          <a:p>
            <a:r>
              <a:rPr lang="en-US" u="sng" dirty="0" smtClean="0"/>
              <a:t>Safety rules in the workshop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24089"/>
            <a:ext cx="12192000" cy="60339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1. You </a:t>
            </a:r>
            <a:r>
              <a:rPr lang="en-US" dirty="0" smtClean="0"/>
              <a:t>are responsible for your own safety and the </a:t>
            </a:r>
            <a:r>
              <a:rPr lang="en-US" u="sng" dirty="0" smtClean="0"/>
              <a:t>safety</a:t>
            </a:r>
            <a:r>
              <a:rPr lang="en-US" dirty="0" smtClean="0"/>
              <a:t> of others.</a:t>
            </a:r>
          </a:p>
          <a:p>
            <a:pPr marL="0" indent="0">
              <a:buNone/>
            </a:pPr>
            <a:r>
              <a:rPr lang="en-US" dirty="0" smtClean="0"/>
              <a:t>2. N0 </a:t>
            </a:r>
            <a:r>
              <a:rPr lang="en-US" u="sng" dirty="0" smtClean="0"/>
              <a:t>alcohol</a:t>
            </a:r>
            <a:r>
              <a:rPr lang="en-US" dirty="0" smtClean="0"/>
              <a:t> or </a:t>
            </a:r>
            <a:r>
              <a:rPr lang="en-US" u="sng" dirty="0" smtClean="0"/>
              <a:t>drugs</a:t>
            </a:r>
            <a:r>
              <a:rPr lang="en-US" dirty="0" smtClean="0"/>
              <a:t> to be used in the workshop.</a:t>
            </a:r>
          </a:p>
          <a:p>
            <a:pPr marL="0" indent="0">
              <a:buNone/>
            </a:pPr>
            <a:r>
              <a:rPr lang="en-US" dirty="0" smtClean="0"/>
              <a:t>3. Wear </a:t>
            </a:r>
            <a:r>
              <a:rPr lang="en-US" dirty="0" smtClean="0"/>
              <a:t>appropriately and safe </a:t>
            </a:r>
            <a:r>
              <a:rPr lang="en-US" u="sng" dirty="0" smtClean="0"/>
              <a:t>clothing </a:t>
            </a:r>
            <a:r>
              <a:rPr lang="en-US" dirty="0" smtClean="0"/>
              <a:t>and footwear.</a:t>
            </a:r>
          </a:p>
          <a:p>
            <a:pPr marL="0" indent="0">
              <a:buNone/>
            </a:pPr>
            <a:r>
              <a:rPr lang="en-US" dirty="0" smtClean="0"/>
              <a:t>4. Always </a:t>
            </a:r>
            <a:r>
              <a:rPr lang="en-US" dirty="0" smtClean="0"/>
              <a:t>use </a:t>
            </a:r>
            <a:r>
              <a:rPr lang="en-US" u="sng" dirty="0" smtClean="0"/>
              <a:t>equipments </a:t>
            </a:r>
            <a:r>
              <a:rPr lang="en-US" dirty="0" smtClean="0"/>
              <a:t>/</a:t>
            </a:r>
            <a:r>
              <a:rPr lang="en-US" u="sng" dirty="0" smtClean="0"/>
              <a:t>tools </a:t>
            </a:r>
            <a:r>
              <a:rPr lang="en-US" dirty="0" smtClean="0"/>
              <a:t>/</a:t>
            </a:r>
            <a:r>
              <a:rPr lang="en-US" u="sng" dirty="0" smtClean="0"/>
              <a:t>machinery</a:t>
            </a:r>
            <a:r>
              <a:rPr lang="en-US" dirty="0" smtClean="0"/>
              <a:t> safely and properly.</a:t>
            </a:r>
          </a:p>
          <a:p>
            <a:pPr marL="0" indent="0">
              <a:buNone/>
            </a:pPr>
            <a:r>
              <a:rPr lang="en-US" dirty="0" smtClean="0"/>
              <a:t>5. Wear </a:t>
            </a:r>
            <a:r>
              <a:rPr lang="en-US" dirty="0" smtClean="0"/>
              <a:t>personal </a:t>
            </a:r>
            <a:r>
              <a:rPr lang="en-US" u="sng" dirty="0" smtClean="0"/>
              <a:t>protective</a:t>
            </a:r>
            <a:r>
              <a:rPr lang="en-US" dirty="0" smtClean="0"/>
              <a:t> equipments necessary for the job.</a:t>
            </a:r>
          </a:p>
          <a:p>
            <a:pPr marL="0" indent="0">
              <a:buNone/>
            </a:pPr>
            <a:r>
              <a:rPr lang="en-US" dirty="0" smtClean="0"/>
              <a:t>6. Keep </a:t>
            </a:r>
            <a:r>
              <a:rPr lang="en-US" dirty="0" smtClean="0"/>
              <a:t>your work area </a:t>
            </a:r>
            <a:r>
              <a:rPr lang="en-US" u="sng" dirty="0" smtClean="0"/>
              <a:t>clean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7. Clean </a:t>
            </a:r>
            <a:r>
              <a:rPr lang="en-US" dirty="0" smtClean="0"/>
              <a:t>up the </a:t>
            </a:r>
            <a:r>
              <a:rPr lang="en-US" u="sng" dirty="0" smtClean="0"/>
              <a:t>spills</a:t>
            </a:r>
            <a:r>
              <a:rPr lang="en-US" dirty="0" smtClean="0"/>
              <a:t> immediately.</a:t>
            </a:r>
          </a:p>
          <a:p>
            <a:pPr marL="0" indent="0">
              <a:buNone/>
            </a:pPr>
            <a:r>
              <a:rPr lang="en-US" dirty="0" smtClean="0"/>
              <a:t>8. </a:t>
            </a:r>
            <a:r>
              <a:rPr lang="en-US" u="sng" dirty="0" smtClean="0"/>
              <a:t>Lift</a:t>
            </a:r>
            <a:r>
              <a:rPr lang="en-US" dirty="0" smtClean="0"/>
              <a:t> </a:t>
            </a:r>
            <a:r>
              <a:rPr lang="en-US" dirty="0" smtClean="0"/>
              <a:t>properly using your legs not your back.</a:t>
            </a:r>
          </a:p>
          <a:p>
            <a:pPr marL="0" indent="0">
              <a:buNone/>
            </a:pPr>
            <a:r>
              <a:rPr lang="en-US" dirty="0" smtClean="0"/>
              <a:t>9. Report </a:t>
            </a:r>
            <a:r>
              <a:rPr lang="en-US" dirty="0" smtClean="0"/>
              <a:t>any unsafe </a:t>
            </a:r>
            <a:r>
              <a:rPr lang="en-US" u="sng" dirty="0" smtClean="0"/>
              <a:t>condition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smtClean="0"/>
              <a:t>10. Report </a:t>
            </a:r>
            <a:r>
              <a:rPr lang="en-US" dirty="0" smtClean="0"/>
              <a:t>all </a:t>
            </a:r>
            <a:r>
              <a:rPr lang="en-US" u="sng" dirty="0" smtClean="0"/>
              <a:t>injuries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sz="3600" b="1" u="sng" dirty="0" smtClean="0">
                <a:solidFill>
                  <a:schemeClr val="accent1"/>
                </a:solidFill>
              </a:rPr>
              <a:t>Video</a:t>
            </a:r>
            <a:r>
              <a:rPr lang="en-US" sz="3600" b="1" dirty="0" smtClean="0">
                <a:solidFill>
                  <a:schemeClr val="accent1"/>
                </a:solidFill>
              </a:rPr>
              <a:t> :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chemeClr val="tx1"/>
                </a:solidFill>
              </a:rPr>
              <a:t>_</a:t>
            </a:r>
          </a:p>
          <a:p>
            <a:pPr marL="0" indent="0">
              <a:buNone/>
            </a:pPr>
            <a:r>
              <a:rPr lang="en-US" sz="2400" b="1" u="sng" dirty="0" smtClean="0">
                <a:solidFill>
                  <a:schemeClr val="tx1"/>
                </a:solidFill>
              </a:rPr>
              <a:t>Feedback</a:t>
            </a:r>
            <a:r>
              <a:rPr lang="en-US" sz="2400" dirty="0" smtClean="0">
                <a:solidFill>
                  <a:schemeClr val="tx1"/>
                </a:solidFill>
              </a:rPr>
              <a:t> : Activity</a:t>
            </a:r>
          </a:p>
        </p:txBody>
      </p:sp>
      <p:pic>
        <p:nvPicPr>
          <p:cNvPr id="4" name="Picture 2" descr="Image result for silicone gun black and whi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6899" y="3100907"/>
            <a:ext cx="2255245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0875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495759"/>
            <a:ext cx="10515600" cy="1624647"/>
          </a:xfrm>
        </p:spPr>
        <p:txBody>
          <a:bodyPr>
            <a:normAutofit/>
          </a:bodyPr>
          <a:lstStyle/>
          <a:p>
            <a:r>
              <a:rPr lang="en-US" sz="2700" dirty="0" smtClean="0"/>
              <a:t>Kwa Thema Skills School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2000" dirty="0" smtClean="0"/>
              <a:t>Subject  : Maintenance     						    </a:t>
            </a:r>
            <a:r>
              <a:rPr lang="en-US" sz="2000" smtClean="0"/>
              <a:t>Marks : 10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Grade</a:t>
            </a:r>
            <a:r>
              <a:rPr lang="en-US" sz="2000" dirty="0"/>
              <a:t> </a:t>
            </a:r>
            <a:r>
              <a:rPr lang="en-US" sz="2000" dirty="0" smtClean="0"/>
              <a:t>   : Year 2   						                </a:t>
            </a:r>
            <a:r>
              <a:rPr lang="en-US" sz="2000" smtClean="0"/>
              <a:t>Time  : </a:t>
            </a:r>
            <a:r>
              <a:rPr lang="en-US" sz="2000" dirty="0" smtClean="0"/>
              <a:t>30mins</a:t>
            </a:r>
            <a:br>
              <a:rPr lang="en-US" sz="2000" dirty="0" smtClean="0"/>
            </a:br>
            <a:r>
              <a:rPr lang="en-US" sz="2000" smtClean="0"/>
              <a:t>Date      :</a:t>
            </a:r>
            <a:endParaRPr lang="en-US" sz="20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0992412"/>
              </p:ext>
            </p:extLst>
          </p:nvPr>
        </p:nvGraphicFramePr>
        <p:xfrm>
          <a:off x="0" y="1081088"/>
          <a:ext cx="9243152" cy="65989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243152"/>
              </a:tblGrid>
              <a:tr h="4733315">
                <a:tc>
                  <a:txBody>
                    <a:bodyPr/>
                    <a:lstStyle/>
                    <a:p>
                      <a:pPr marL="453390" marR="0" indent="-226695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100" dirty="0">
                        <a:effectLst/>
                      </a:endParaRPr>
                    </a:p>
                    <a:p>
                      <a:pPr marL="0" marR="0" indent="-226695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3600" dirty="0">
                          <a:ln w="10160" cap="flat" cmpd="sng" algn="ctr">
                            <a:solidFill>
                              <a:srgbClr val="4472C4"/>
                            </a:solidFill>
                            <a:prstDash val="solid"/>
                            <a:round/>
                          </a:ln>
                          <a:effectLst>
                            <a:outerShdw blurRad="38100" dist="22860" dir="5400000" algn="tl">
                              <a:srgbClr val="000000">
                                <a:alpha val="30000"/>
                              </a:srgbClr>
                            </a:outerShdw>
                          </a:effectLst>
                        </a:rPr>
                        <a:t>          </a:t>
                      </a:r>
                      <a:r>
                        <a:rPr lang="en-US" sz="3600" u="sng" dirty="0">
                          <a:ln w="10160" cap="flat" cmpd="sng" algn="ctr">
                            <a:solidFill>
                              <a:srgbClr val="4472C4"/>
                            </a:solidFill>
                            <a:prstDash val="solid"/>
                            <a:round/>
                          </a:ln>
                          <a:effectLst>
                            <a:outerShdw blurRad="38100" dist="22860" dir="5400000" algn="tl">
                              <a:srgbClr val="000000">
                                <a:alpha val="30000"/>
                              </a:srgbClr>
                            </a:outerShdw>
                          </a:effectLst>
                        </a:rPr>
                        <a:t>SAFETY RULES</a:t>
                      </a:r>
                      <a:endParaRPr lang="en-US" sz="1100" u="sng" dirty="0">
                        <a:effectLst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Char char=""/>
                      </a:pPr>
                      <a:r>
                        <a:rPr lang="en-ZA" sz="1800" dirty="0">
                          <a:effectLst/>
                        </a:rPr>
                        <a:t>No alcohol or ___________to be used or allowed in the </a:t>
                      </a:r>
                      <a:endParaRPr lang="en-US" sz="1800" dirty="0">
                        <a:effectLst/>
                      </a:endParaRPr>
                    </a:p>
                    <a:p>
                      <a:pPr marL="45720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ZA" sz="1800" dirty="0">
                          <a:effectLst/>
                        </a:rPr>
                        <a:t>Workshop.</a:t>
                      </a:r>
                      <a:endParaRPr lang="en-US" sz="1800" dirty="0">
                        <a:effectLst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Char char=""/>
                      </a:pPr>
                      <a:r>
                        <a:rPr lang="en-ZA" sz="1800" dirty="0">
                          <a:effectLst/>
                        </a:rPr>
                        <a:t>You are responsible for your own safety and _____________ of others.</a:t>
                      </a:r>
                      <a:endParaRPr lang="en-US" sz="1800" dirty="0">
                        <a:effectLst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Char char=""/>
                      </a:pPr>
                      <a:r>
                        <a:rPr lang="en-ZA" sz="1800" dirty="0">
                          <a:effectLst/>
                        </a:rPr>
                        <a:t>Clean up the _______________ immediately.</a:t>
                      </a:r>
                      <a:endParaRPr lang="en-US" sz="1800" dirty="0">
                        <a:effectLst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Char char=""/>
                      </a:pPr>
                      <a:r>
                        <a:rPr lang="en-ZA" sz="1800" dirty="0">
                          <a:effectLst/>
                        </a:rPr>
                        <a:t>______________ all injuries.</a:t>
                      </a:r>
                      <a:endParaRPr lang="en-US" sz="1800" dirty="0">
                        <a:effectLst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Char char=""/>
                      </a:pPr>
                      <a:r>
                        <a:rPr lang="en-ZA" sz="1800" dirty="0">
                          <a:effectLst/>
                        </a:rPr>
                        <a:t>Keep your work area ___________.</a:t>
                      </a:r>
                      <a:endParaRPr lang="en-US" sz="1800" dirty="0">
                        <a:effectLst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Char char=""/>
                      </a:pPr>
                      <a:r>
                        <a:rPr lang="en-ZA" sz="1800" dirty="0">
                          <a:effectLst/>
                        </a:rPr>
                        <a:t>Wear appropriate and safe _____________ and footwear.</a:t>
                      </a:r>
                      <a:endParaRPr lang="en-US" sz="1800" dirty="0">
                        <a:effectLst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Char char=""/>
                      </a:pPr>
                      <a:r>
                        <a:rPr lang="en-ZA" sz="1800" dirty="0">
                          <a:effectLst/>
                        </a:rPr>
                        <a:t>__________ properly using your legs not your back.</a:t>
                      </a:r>
                      <a:endParaRPr lang="en-US" sz="1800" dirty="0">
                        <a:effectLst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Char char=""/>
                      </a:pPr>
                      <a:r>
                        <a:rPr lang="en-ZA" sz="1800" dirty="0">
                          <a:effectLst/>
                        </a:rPr>
                        <a:t>Always use equipments/ tools/ _________________ safely and properly.</a:t>
                      </a:r>
                      <a:endParaRPr lang="en-US" sz="1800" dirty="0">
                        <a:effectLst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Char char=""/>
                      </a:pPr>
                      <a:r>
                        <a:rPr lang="en-ZA" sz="1800" dirty="0">
                          <a:effectLst/>
                        </a:rPr>
                        <a:t>Wear personal _________________ equipments necessary for the job.</a:t>
                      </a:r>
                      <a:endParaRPr lang="en-US" sz="1800" dirty="0">
                        <a:effectLst/>
                      </a:endParaRP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SzPts val="1200"/>
                        <a:buFont typeface="Wingdings" panose="05000000000000000000" pitchFamily="2" charset="2"/>
                        <a:buChar char=""/>
                      </a:pPr>
                      <a:r>
                        <a:rPr lang="en-ZA" sz="1800" dirty="0">
                          <a:effectLst/>
                        </a:rPr>
                        <a:t>Report any unsafe ____________________.</a:t>
                      </a:r>
                      <a:endParaRPr lang="en-US" sz="1800" dirty="0">
                        <a:effectLst/>
                      </a:endParaRPr>
                    </a:p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ZA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</a:endParaRPr>
                    </a:p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ZA" sz="1800" dirty="0">
                          <a:effectLst/>
                        </a:rPr>
                        <a:t>                                                                                                     </a:t>
                      </a:r>
                      <a:r>
                        <a:rPr lang="en-ZA" sz="1800" dirty="0" smtClean="0">
                          <a:effectLst/>
                        </a:rPr>
                        <a:t>(10)</a:t>
                      </a:r>
                      <a:endParaRPr lang="en-US" sz="1800" dirty="0">
                        <a:effectLst/>
                      </a:endParaRPr>
                    </a:p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ZA" sz="1200" u="none" strike="noStrike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ZA" sz="1200" u="none" strike="noStrike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42" marR="67742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5659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337</TotalTime>
  <Words>202</Words>
  <Application>Microsoft Office PowerPoint</Application>
  <PresentationFormat>Widescreen</PresentationFormat>
  <Paragraphs>32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Safety rules in the workshop.</vt:lpstr>
      <vt:lpstr>Kwa Thema Skills School Subject  : Maintenance               Marks : 10 Grade    : Year 2                         Time  : 30mins Date      :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69</cp:revision>
  <dcterms:created xsi:type="dcterms:W3CDTF">2022-08-25T11:18:17Z</dcterms:created>
  <dcterms:modified xsi:type="dcterms:W3CDTF">2024-03-04T08:56:46Z</dcterms:modified>
</cp:coreProperties>
</file>