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1300766"/>
          </a:xfrm>
        </p:spPr>
        <p:txBody>
          <a:bodyPr/>
          <a:lstStyle/>
          <a:p>
            <a:r>
              <a:rPr lang="en-US" dirty="0" smtClean="0"/>
              <a:t>Feedback : Activity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(Practical lesson or Project)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1654" y="2125014"/>
            <a:ext cx="5839151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8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Feedback : Activity (Practical lesson or Project)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86</cp:revision>
  <cp:lastPrinted>2022-08-31T07:50:14Z</cp:lastPrinted>
  <dcterms:created xsi:type="dcterms:W3CDTF">2022-08-25T11:18:17Z</dcterms:created>
  <dcterms:modified xsi:type="dcterms:W3CDTF">2024-02-29T07:18:24Z</dcterms:modified>
</cp:coreProperties>
</file>