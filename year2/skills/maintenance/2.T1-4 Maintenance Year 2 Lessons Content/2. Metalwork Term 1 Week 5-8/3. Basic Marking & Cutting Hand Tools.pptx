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66" r:id="rId7"/>
    <p:sldId id="269" r:id="rId8"/>
    <p:sldId id="270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8500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u="sng" dirty="0">
                <a:solidFill>
                  <a:schemeClr val="accent1"/>
                </a:solidFill>
              </a:rPr>
              <a:t>Basic Marking , Cutting Hand </a:t>
            </a:r>
            <a:r>
              <a:rPr lang="en-US" sz="3600" b="1" u="sng" dirty="0" smtClean="0">
                <a:solidFill>
                  <a:schemeClr val="accent1"/>
                </a:solidFill>
              </a:rPr>
              <a:t>Tools</a:t>
            </a:r>
            <a:r>
              <a:rPr lang="en-US" sz="3600" b="1" u="sng" dirty="0">
                <a:solidFill>
                  <a:schemeClr val="accent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1. </a:t>
            </a:r>
            <a:r>
              <a:rPr lang="en-US" sz="2400" b="1" u="sng" dirty="0" smtClean="0"/>
              <a:t>Steel ruler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</a:t>
            </a:r>
            <a:r>
              <a:rPr lang="en-US" dirty="0" smtClean="0"/>
              <a:t> distances.</a:t>
            </a:r>
          </a:p>
          <a:p>
            <a:pPr marL="0" indent="0">
              <a:buNone/>
            </a:pPr>
            <a:r>
              <a:rPr lang="en-US" sz="2400" b="1" dirty="0" smtClean="0"/>
              <a:t>2. </a:t>
            </a:r>
            <a:r>
              <a:rPr lang="en-US" sz="2400" b="1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mage result for ruler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335" y="1483375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1335" y="3782189"/>
            <a:ext cx="245271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2192000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3. </a:t>
            </a:r>
            <a:r>
              <a:rPr lang="en-US" sz="2400" b="1" u="sng" dirty="0" smtClean="0"/>
              <a:t>Engineer's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checking </a:t>
            </a:r>
            <a:r>
              <a:rPr lang="en-US" u="sng" dirty="0" smtClean="0"/>
              <a:t>square</a:t>
            </a:r>
            <a:r>
              <a:rPr lang="en-US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sz="2400" b="1" dirty="0" smtClean="0"/>
              <a:t>4.</a:t>
            </a:r>
            <a:r>
              <a:rPr lang="en-US" sz="2400" b="1" u="sng" dirty="0"/>
              <a:t> </a:t>
            </a:r>
            <a:r>
              <a:rPr lang="en-US" sz="2400" b="1" u="sng" dirty="0" smtClean="0"/>
              <a:t>Punch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making </a:t>
            </a:r>
            <a:r>
              <a:rPr lang="en-US" u="sng" dirty="0" smtClean="0"/>
              <a:t>pop marks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811" y="1038895"/>
            <a:ext cx="2492062" cy="1253544"/>
          </a:xfrm>
          <a:prstGeom prst="rect">
            <a:avLst/>
          </a:prstGeom>
          <a:noFill/>
        </p:spPr>
      </p:pic>
      <p:pic>
        <p:nvPicPr>
          <p:cNvPr id="12" name="Picture 11" descr="C:\Users\Dr. MP Mazibuko\Documents\2018 PRO PRACTICUM MASTER\5 Handbook\Metalwork\Y3 T3 Metalwork\Tools\Centre punch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811" y="3879426"/>
            <a:ext cx="2492061" cy="1259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192000" cy="7096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5. </a:t>
            </a:r>
            <a:r>
              <a:rPr lang="en-US" sz="2400" b="1" u="sng" dirty="0" smtClean="0"/>
              <a:t>Scriber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drawing </a:t>
            </a:r>
            <a:r>
              <a:rPr lang="en-US" u="sng" dirty="0" smtClean="0"/>
              <a:t>lines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6. </a:t>
            </a:r>
            <a:r>
              <a:rPr lang="en-US" sz="2400" b="1" u="sng" dirty="0" smtClean="0"/>
              <a:t>Handsaw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</a:t>
            </a:r>
            <a:r>
              <a:rPr lang="en-US" u="sng" dirty="0" smtClean="0"/>
              <a:t>metals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3955513"/>
            <a:ext cx="3006188" cy="1286188"/>
          </a:xfrm>
          <a:prstGeom prst="rect">
            <a:avLst/>
          </a:prstGeom>
          <a:noFill/>
        </p:spPr>
      </p:pic>
      <p:pic>
        <p:nvPicPr>
          <p:cNvPr id="10" name="Picture 9" descr="C:\Users\Dr. MP Mazibuko\Documents\2018 PRO PRACTICUM MASTER\5 Handbook\Metalwork\Y1 Metalwork\Identify tools\Scriber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29422"/>
            <a:ext cx="2474149" cy="2078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7. </a:t>
            </a:r>
            <a:r>
              <a:rPr lang="en-US" sz="2400" b="1" u="sng" dirty="0" smtClean="0"/>
              <a:t>Divider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</a:t>
            </a:r>
            <a:r>
              <a:rPr lang="en-US" dirty="0"/>
              <a:t>is used to </a:t>
            </a:r>
            <a:r>
              <a:rPr lang="en-US" dirty="0" smtClean="0"/>
              <a:t>draw arcs, circles, radii etc.</a:t>
            </a:r>
          </a:p>
          <a:p>
            <a:pPr marL="0" indent="0">
              <a:buNone/>
            </a:pPr>
            <a:r>
              <a:rPr lang="en-US" sz="2400" b="1" dirty="0" smtClean="0"/>
              <a:t>8. </a:t>
            </a:r>
            <a:r>
              <a:rPr lang="en-US" sz="2400" b="1" u="sng" dirty="0" smtClean="0"/>
              <a:t>Files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as a </a:t>
            </a:r>
            <a:r>
              <a:rPr lang="en-US" u="sng" dirty="0" smtClean="0"/>
              <a:t>cutting</a:t>
            </a:r>
            <a:r>
              <a:rPr lang="en-US" dirty="0" smtClean="0"/>
              <a:t> tool.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ompasso Groz 8’’ 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1405" y="694619"/>
            <a:ext cx="2627469" cy="130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:\Users\Dr. MP Mazibuko\Documents\2018 PRO PRACTICUM MASTER\5 Handbook\Metalwork\Y1 Metalwork\Identify tools\File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48" y="3623815"/>
            <a:ext cx="2537226" cy="12572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9. </a:t>
            </a:r>
            <a:r>
              <a:rPr lang="en-US" sz="2400" b="1" u="sng" dirty="0" smtClean="0"/>
              <a:t>Tinsnip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cutting </a:t>
            </a:r>
            <a:r>
              <a:rPr lang="en-US" u="sng" dirty="0" smtClean="0"/>
              <a:t>sheet-metals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10. </a:t>
            </a:r>
            <a:r>
              <a:rPr lang="en-US" sz="2400" b="1" u="sng" dirty="0" smtClean="0"/>
              <a:t>Chisel  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as a cutting </a:t>
            </a:r>
            <a:r>
              <a:rPr lang="en-US" u="sng" dirty="0" smtClean="0"/>
              <a:t>tool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Dr. MP Mazibuko\Documents\2018 PRO PRACTICUM MASTER\5 Handbook\Metalwork\Y1 Metalwork\Identify tools\Tin-snip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216" y="692283"/>
            <a:ext cx="2189411" cy="144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35174">
            <a:off x="1233210" y="3628696"/>
            <a:ext cx="2281314" cy="1158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60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11. </a:t>
            </a:r>
            <a:r>
              <a:rPr lang="en-US" sz="2400" b="1" u="sng" dirty="0" smtClean="0"/>
              <a:t>Hammers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 in the workshop.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  <a:endParaRPr lang="en-US" dirty="0"/>
          </a:p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3200" dirty="0" smtClean="0"/>
              <a:t> : 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-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u="sng" dirty="0" smtClean="0"/>
              <a:t>Feedback</a:t>
            </a:r>
            <a:r>
              <a:rPr lang="en-US" sz="2400" dirty="0" smtClean="0"/>
              <a:t> : Activity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Dr. MP Mazibuko\Documents\2018 PRO PRACTICUM MASTER\5 Handbook\Metalwork\Y3 T3 Metalwork\Tools\Hammer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174" y="659565"/>
            <a:ext cx="3040823" cy="2044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0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82616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Marks: 10</a:t>
            </a:r>
            <a:br>
              <a:rPr lang="en-US" sz="2700" dirty="0" smtClean="0"/>
            </a:br>
            <a:r>
              <a:rPr lang="en-US" sz="2700" dirty="0" smtClean="0"/>
              <a:t>Grade	  : Year 2 							     Time:30mins</a:t>
            </a:r>
            <a:br>
              <a:rPr lang="en-US" sz="2700" dirty="0" smtClean="0"/>
            </a:br>
            <a:r>
              <a:rPr lang="en-US" sz="2700" dirty="0" smtClean="0"/>
              <a:t>Date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5" name="Picture 4" descr="C:\Users\Dr. MP Mazibuko\Documents\2018 PRO PRACTICUM MASTER\5 Handbook\Metalwork\Y1 Metalwork\Identify tools\Tin-snip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8" y="4851634"/>
            <a:ext cx="1777286" cy="117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ompasso Groz 8’’ 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52136" y="2979780"/>
            <a:ext cx="1481249" cy="98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C:\Users\Dr. MP Mazibuko\Documents\2018 PRO PRACTICUM MASTER\5 Handbook\Metalwork\Y1 Metalwork\Identify tools\Scriber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60" y="2846140"/>
            <a:ext cx="1767760" cy="1175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957710" y="4851634"/>
            <a:ext cx="1522921" cy="1158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		(10) </a:t>
            </a:r>
            <a:endParaRPr lang="en-US" dirty="0"/>
          </a:p>
        </p:txBody>
      </p:sp>
      <p:pic>
        <p:nvPicPr>
          <p:cNvPr id="4" name="Picture 3" descr="C:\Users\Dr. MP Mazibuko\Documents\2018 PRO PRACTICUM MASTER\5 Handbook\Metalwork\Y1 Metalwork\Identify tools\Fil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696" y="-39384"/>
            <a:ext cx="1481248" cy="105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Image result for ruler for woodworki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855" y="357778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Image result for measuring tape for woodworkin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0801" y="1798197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47" y="1798197"/>
            <a:ext cx="2588654" cy="888642"/>
          </a:xfrm>
          <a:prstGeom prst="rect">
            <a:avLst/>
          </a:prstGeom>
          <a:noFill/>
        </p:spPr>
      </p:pic>
      <p:pic>
        <p:nvPicPr>
          <p:cNvPr id="9" name="Picture 8" descr="C:\Users\Dr. MP Mazibuko\Documents\2018 PRO PRACTICUM MASTER\5 Handbook\Metalwork\Y3 T3 Metalwork\Tools\Centre punch.jp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55" y="3642380"/>
            <a:ext cx="1841679" cy="897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535" y="3642380"/>
            <a:ext cx="2215166" cy="1085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329</TotalTime>
  <Words>188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Marks: 10 Grade   : Year 2             Time:30mins Date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63</cp:revision>
  <cp:lastPrinted>2022-08-31T08:15:20Z</cp:lastPrinted>
  <dcterms:created xsi:type="dcterms:W3CDTF">2022-08-25T11:18:17Z</dcterms:created>
  <dcterms:modified xsi:type="dcterms:W3CDTF">2024-03-04T08:57:51Z</dcterms:modified>
</cp:coreProperties>
</file>