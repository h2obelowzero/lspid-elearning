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1" r:id="rId4"/>
    <p:sldId id="260" r:id="rId5"/>
    <p:sldId id="269" r:id="rId6"/>
    <p:sldId id="270" r:id="rId7"/>
    <p:sldId id="271" r:id="rId8"/>
    <p:sldId id="272" r:id="rId9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://www.assetplant.com/WebRoot/Store/Shops/shop/5512/2E37/DABA/4942/542B/C0A8/C83B/12AC/SM-MSR1300-75.jp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hyperlink" Target="http://www.assetplant.com/WebRoot/Store/Shops/shop/5512/2E37/DABA/4942/542B/C0A8/C83B/12AC/SM-MSR1300-75.jpg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6"/>
            <a:ext cx="12192000" cy="68500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4200" b="1" u="sng" dirty="0">
                <a:solidFill>
                  <a:schemeClr val="accent1"/>
                </a:solidFill>
              </a:rPr>
              <a:t>Basic </a:t>
            </a:r>
            <a:r>
              <a:rPr lang="en-US" sz="4200" b="1" u="sng" dirty="0" smtClean="0">
                <a:solidFill>
                  <a:schemeClr val="accent1"/>
                </a:solidFill>
              </a:rPr>
              <a:t>Power Tools And Manual Machines</a:t>
            </a:r>
            <a:r>
              <a:rPr lang="en-US" sz="4200" b="1" u="sng" dirty="0">
                <a:solidFill>
                  <a:schemeClr val="accent1"/>
                </a:solidFill>
              </a:rPr>
              <a:t>.</a:t>
            </a:r>
            <a:endParaRPr lang="en-US" sz="4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800" b="1" dirty="0" smtClean="0"/>
              <a:t>1. </a:t>
            </a:r>
            <a:r>
              <a:rPr lang="en-US" sz="2800" b="1" u="sng" dirty="0" smtClean="0"/>
              <a:t>Electric Hand Drill </a:t>
            </a:r>
          </a:p>
          <a:p>
            <a:pPr marL="514350" indent="-514350">
              <a:buAutoNum type="arabicPeriod"/>
            </a:pPr>
            <a:endParaRPr lang="en-US" sz="2400" u="sng" dirty="0"/>
          </a:p>
          <a:p>
            <a:pPr marL="0" indent="0">
              <a:buNone/>
            </a:pPr>
            <a:endParaRPr lang="en-US" sz="2400" u="sng" dirty="0"/>
          </a:p>
          <a:p>
            <a:pPr marL="0" indent="0">
              <a:buNone/>
            </a:pPr>
            <a:endParaRPr lang="en-US" sz="2400" u="sng" dirty="0" smtClean="0"/>
          </a:p>
          <a:p>
            <a:pPr>
              <a:buFontTx/>
              <a:buChar char="-"/>
            </a:pPr>
            <a:endParaRPr lang="en-US" sz="2400" dirty="0" smtClean="0"/>
          </a:p>
          <a:p>
            <a:pPr marL="0" indent="0">
              <a:buNone/>
            </a:pPr>
            <a:endParaRPr lang="en-US" sz="1700" dirty="0" smtClean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2100" dirty="0" smtClean="0"/>
              <a:t>- It is used for </a:t>
            </a:r>
            <a:r>
              <a:rPr lang="en-US" sz="2100" b="1" u="sng" dirty="0" smtClean="0"/>
              <a:t>drilling </a:t>
            </a:r>
            <a:r>
              <a:rPr lang="en-US" sz="2100" dirty="0" smtClean="0"/>
              <a:t>holes on metals.</a:t>
            </a:r>
          </a:p>
          <a:p>
            <a:pPr marL="0" indent="0">
              <a:buNone/>
            </a:pPr>
            <a:r>
              <a:rPr lang="en-US" sz="2800" b="1" dirty="0" smtClean="0"/>
              <a:t>2. </a:t>
            </a:r>
            <a:r>
              <a:rPr lang="en-US" sz="2800" b="1" u="sng" dirty="0" smtClean="0"/>
              <a:t>Angle Grinder</a:t>
            </a:r>
          </a:p>
          <a:p>
            <a:pPr marL="0" indent="0">
              <a:buNone/>
            </a:pPr>
            <a:endParaRPr lang="en-US" sz="2600" b="1" u="sng" dirty="0"/>
          </a:p>
          <a:p>
            <a:pPr marL="0" indent="0">
              <a:buNone/>
            </a:pPr>
            <a:endParaRPr lang="en-US" sz="2400" u="sng" dirty="0" smtClean="0"/>
          </a:p>
          <a:p>
            <a:pPr marL="0" indent="0">
              <a:buNone/>
            </a:pPr>
            <a:endParaRPr lang="en-US" sz="2400" u="sng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1700" dirty="0" smtClean="0"/>
          </a:p>
          <a:p>
            <a:pPr marL="0" indent="0">
              <a:buNone/>
            </a:pPr>
            <a:r>
              <a:rPr lang="en-US" sz="2100" dirty="0" smtClean="0"/>
              <a:t>-It is used for </a:t>
            </a:r>
            <a:r>
              <a:rPr lang="en-US" sz="2100" b="1" u="sng" dirty="0" smtClean="0"/>
              <a:t>cutting</a:t>
            </a:r>
            <a:r>
              <a:rPr lang="en-US" sz="2100" dirty="0" smtClean="0"/>
              <a:t> and </a:t>
            </a:r>
            <a:r>
              <a:rPr lang="en-US" sz="2100" b="1" u="sng" dirty="0" smtClean="0"/>
              <a:t>grinding</a:t>
            </a:r>
            <a:r>
              <a:rPr lang="en-US" sz="2100" dirty="0" smtClean="0"/>
              <a:t> metals.</a:t>
            </a:r>
          </a:p>
          <a:p>
            <a:pPr>
              <a:buFontTx/>
              <a:buChar char="-"/>
            </a:pPr>
            <a:endParaRPr lang="en-US" sz="19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299" y="1413573"/>
            <a:ext cx="2239635" cy="1587203"/>
          </a:xfrm>
          <a:prstGeom prst="rect">
            <a:avLst/>
          </a:prstGeom>
          <a:noFill/>
        </p:spPr>
      </p:pic>
      <p:pic>
        <p:nvPicPr>
          <p:cNvPr id="7" name="Picture 6" descr="C:\Users\User1\Desktop\Bluetooth\14968906620441498857733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01299" y="3770938"/>
            <a:ext cx="2239635" cy="1754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3. </a:t>
            </a:r>
            <a:r>
              <a:rPr lang="en-US" sz="2400" b="1" u="sng" dirty="0" smtClean="0"/>
              <a:t>Drill Press</a:t>
            </a:r>
          </a:p>
          <a:p>
            <a:pPr>
              <a:buFontTx/>
              <a:buChar char="-"/>
            </a:pPr>
            <a:endParaRPr lang="en-US" sz="2400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b="1" u="sng" dirty="0" smtClean="0"/>
              <a:t>drilling holes </a:t>
            </a:r>
            <a:r>
              <a:rPr lang="en-US" dirty="0" smtClean="0"/>
              <a:t>on metals and on sheet metals.</a:t>
            </a:r>
          </a:p>
          <a:p>
            <a:pPr marL="0" indent="0">
              <a:buNone/>
            </a:pPr>
            <a:r>
              <a:rPr lang="en-US" sz="2400" b="1" dirty="0" smtClean="0"/>
              <a:t>4.</a:t>
            </a:r>
            <a:r>
              <a:rPr lang="en-US" sz="2400" b="1" u="sng" dirty="0"/>
              <a:t> </a:t>
            </a:r>
            <a:r>
              <a:rPr lang="en-US" sz="2400" b="1" u="sng" dirty="0" smtClean="0"/>
              <a:t>Arc Welding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-It is used for </a:t>
            </a:r>
            <a:r>
              <a:rPr lang="en-US" b="1" u="sng" dirty="0" smtClean="0"/>
              <a:t>joining</a:t>
            </a:r>
            <a:r>
              <a:rPr lang="en-US" dirty="0" smtClean="0"/>
              <a:t> metals.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06" y="476796"/>
            <a:ext cx="2181487" cy="1919982"/>
          </a:xfrm>
          <a:prstGeom prst="rect">
            <a:avLst/>
          </a:prstGeom>
          <a:noFill/>
        </p:spPr>
      </p:pic>
      <p:pic>
        <p:nvPicPr>
          <p:cNvPr id="7" name="Picture 6" descr="http://metal-machines.com/product/4-1-1b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1111" y="3429000"/>
            <a:ext cx="2735278" cy="18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6"/>
            <a:ext cx="12192000" cy="68500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 smtClean="0"/>
              <a:t>5. </a:t>
            </a:r>
            <a:r>
              <a:rPr lang="en-US" sz="9600" b="1" u="sng" dirty="0" smtClean="0"/>
              <a:t>Guillotine</a:t>
            </a:r>
          </a:p>
          <a:p>
            <a:pPr marL="0" indent="0">
              <a:buNone/>
            </a:pPr>
            <a:endParaRPr lang="en-US" sz="8000" u="sng" dirty="0"/>
          </a:p>
          <a:p>
            <a:pPr marL="0" indent="0">
              <a:buNone/>
            </a:pPr>
            <a:r>
              <a:rPr lang="en-US" sz="8000" u="sng" dirty="0" smtClean="0"/>
              <a:t>                         </a:t>
            </a:r>
          </a:p>
          <a:p>
            <a:pPr>
              <a:buFontTx/>
              <a:buChar char="-"/>
            </a:pPr>
            <a:endParaRPr lang="en-US" sz="8000" dirty="0" smtClean="0"/>
          </a:p>
          <a:p>
            <a:pPr>
              <a:buFontTx/>
              <a:buChar char="-"/>
            </a:pPr>
            <a:endParaRPr lang="en-US" sz="8000" dirty="0" smtClean="0"/>
          </a:p>
          <a:p>
            <a:pPr>
              <a:buFontTx/>
              <a:buChar char="-"/>
            </a:pPr>
            <a:endParaRPr lang="en-US" sz="8000" dirty="0" smtClean="0"/>
          </a:p>
          <a:p>
            <a:pPr marL="0" indent="0">
              <a:buNone/>
            </a:pPr>
            <a:endParaRPr lang="en-US" sz="6400" dirty="0" smtClean="0"/>
          </a:p>
          <a:p>
            <a:pPr marL="0" indent="0">
              <a:buNone/>
            </a:pPr>
            <a:endParaRPr lang="en-US" sz="6400" dirty="0" smtClean="0"/>
          </a:p>
          <a:p>
            <a:pPr marL="0" indent="0">
              <a:buNone/>
            </a:pPr>
            <a:r>
              <a:rPr lang="en-US" sz="7200" dirty="0" smtClean="0"/>
              <a:t>- It is used for </a:t>
            </a:r>
            <a:r>
              <a:rPr lang="en-US" sz="7200" b="1" u="sng" dirty="0" smtClean="0"/>
              <a:t>cutting</a:t>
            </a:r>
            <a:r>
              <a:rPr lang="en-US" sz="7200" dirty="0" smtClean="0"/>
              <a:t> sheet-metals.</a:t>
            </a:r>
          </a:p>
          <a:p>
            <a:pPr marL="0" indent="0">
              <a:buNone/>
            </a:pPr>
            <a:r>
              <a:rPr lang="en-US" sz="9600" b="1" dirty="0" smtClean="0"/>
              <a:t>6. </a:t>
            </a:r>
            <a:r>
              <a:rPr lang="en-US" sz="9600" b="1" u="sng" dirty="0" smtClean="0"/>
              <a:t>Bending Brakes</a:t>
            </a:r>
          </a:p>
          <a:p>
            <a:pPr marL="0" indent="0">
              <a:buNone/>
            </a:pPr>
            <a:endParaRPr lang="en-US" sz="9600" b="1" u="sng" dirty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u="sng" dirty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6400" dirty="0" smtClean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 smtClean="0"/>
          </a:p>
          <a:p>
            <a:pPr marL="0" indent="0">
              <a:buNone/>
            </a:pPr>
            <a:r>
              <a:rPr lang="en-US" sz="7200" dirty="0" smtClean="0"/>
              <a:t>- It is used for </a:t>
            </a:r>
            <a:r>
              <a:rPr lang="en-US" sz="7200" b="1" u="sng" dirty="0" smtClean="0"/>
              <a:t>bending </a:t>
            </a:r>
            <a:r>
              <a:rPr lang="en-US" sz="7200" dirty="0" smtClean="0"/>
              <a:t>sheet-metals.</a:t>
            </a:r>
          </a:p>
          <a:p>
            <a:pPr>
              <a:buFontTx/>
              <a:buChar char="-"/>
            </a:pPr>
            <a:endParaRPr lang="en-US" sz="8000" dirty="0"/>
          </a:p>
          <a:p>
            <a:pPr marL="0" indent="0">
              <a:buNone/>
            </a:pPr>
            <a:r>
              <a:rPr lang="en-US" sz="8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C:\Users\Dr. MP Mazibuko\Documents\2018 PRO PRACTICUM MASTER\5 Handbook\Metalwork\Y2 T1 Metalwork\Machine tools\Guillotine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58" y="484031"/>
            <a:ext cx="2394652" cy="2284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C:\Users\Dr. MP Mazibuko\Documents\2018 PRO PRACTICUM MASTER\5 Handbook\Metalwork\Y2 T1 Metalwork\Machine tools\Bending brak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3870474"/>
            <a:ext cx="3315281" cy="18860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-61399"/>
            <a:ext cx="12191999" cy="691939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 smtClean="0"/>
              <a:t>7. </a:t>
            </a:r>
            <a:r>
              <a:rPr lang="en-US" sz="9600" b="1" u="sng" dirty="0" smtClean="0"/>
              <a:t>Horizontal rollers</a:t>
            </a:r>
          </a:p>
          <a:p>
            <a:pPr marL="0" indent="0">
              <a:buNone/>
            </a:pPr>
            <a:r>
              <a:rPr lang="en-US" sz="9600" dirty="0" smtClean="0"/>
              <a:t>                          </a:t>
            </a:r>
          </a:p>
          <a:p>
            <a:pPr marL="0" indent="0">
              <a:buNone/>
            </a:pPr>
            <a:r>
              <a:rPr lang="en-US" sz="8000" dirty="0" smtClean="0"/>
              <a:t>                   </a:t>
            </a:r>
          </a:p>
          <a:p>
            <a:pPr marL="0" indent="0">
              <a:buNone/>
            </a:pPr>
            <a:r>
              <a:rPr lang="en-US" sz="8000" dirty="0" smtClean="0"/>
              <a:t>  </a:t>
            </a:r>
            <a:endParaRPr lang="en-US" sz="8000" dirty="0"/>
          </a:p>
          <a:p>
            <a:pPr>
              <a:buFontTx/>
              <a:buChar char="-"/>
            </a:pPr>
            <a:endParaRPr lang="en-US" sz="8000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r>
              <a:rPr lang="en-US" sz="7200" dirty="0" smtClean="0"/>
              <a:t>- </a:t>
            </a:r>
            <a:r>
              <a:rPr lang="en-US" sz="7200" dirty="0" smtClean="0"/>
              <a:t>It </a:t>
            </a:r>
            <a:r>
              <a:rPr lang="en-US" sz="7200" dirty="0"/>
              <a:t>is used </a:t>
            </a:r>
            <a:r>
              <a:rPr lang="en-US" sz="7200" dirty="0" smtClean="0"/>
              <a:t>for </a:t>
            </a:r>
            <a:r>
              <a:rPr lang="en-US" sz="7200" b="1" u="sng" dirty="0" smtClean="0"/>
              <a:t>rolling</a:t>
            </a:r>
            <a:r>
              <a:rPr lang="en-US" sz="7200" dirty="0" smtClean="0"/>
              <a:t> sheet-metals</a:t>
            </a:r>
            <a:r>
              <a:rPr lang="en-US" sz="6400" dirty="0" smtClean="0"/>
              <a:t>.</a:t>
            </a:r>
          </a:p>
          <a:p>
            <a:pPr marL="0" indent="0">
              <a:buNone/>
            </a:pPr>
            <a:r>
              <a:rPr lang="en-US" sz="8000" b="1" u="sng" dirty="0" smtClean="0"/>
              <a:t>Method of joining Metals</a:t>
            </a:r>
          </a:p>
          <a:p>
            <a:pPr marL="0" indent="0">
              <a:buNone/>
            </a:pPr>
            <a:r>
              <a:rPr lang="en-US" sz="7200" dirty="0" smtClean="0"/>
              <a:t>1. Arc welding</a:t>
            </a:r>
          </a:p>
          <a:p>
            <a:pPr marL="0" indent="0">
              <a:buNone/>
            </a:pPr>
            <a:r>
              <a:rPr lang="en-US" sz="7200" dirty="0" smtClean="0"/>
              <a:t>2. Riveting</a:t>
            </a:r>
          </a:p>
          <a:p>
            <a:pPr marL="0" indent="0">
              <a:buNone/>
            </a:pPr>
            <a:r>
              <a:rPr lang="en-US" sz="7200" dirty="0" smtClean="0"/>
              <a:t>3. Gas welding</a:t>
            </a:r>
          </a:p>
          <a:p>
            <a:pPr marL="0" indent="0">
              <a:buNone/>
            </a:pPr>
            <a:r>
              <a:rPr lang="en-US" sz="7200" dirty="0" smtClean="0"/>
              <a:t>4. Soldering</a:t>
            </a:r>
          </a:p>
          <a:p>
            <a:pPr marL="0" indent="0">
              <a:buNone/>
            </a:pPr>
            <a:r>
              <a:rPr lang="en-US" sz="7200" dirty="0" smtClean="0"/>
              <a:t>5. Screws</a:t>
            </a:r>
          </a:p>
          <a:p>
            <a:pPr marL="0" indent="0">
              <a:buNone/>
            </a:pPr>
            <a:r>
              <a:rPr lang="en-US" sz="9600" b="1" u="sng" dirty="0" smtClean="0">
                <a:solidFill>
                  <a:schemeClr val="accent1"/>
                </a:solidFill>
              </a:rPr>
              <a:t>Demonstration Video</a:t>
            </a:r>
            <a:r>
              <a:rPr lang="en-US" sz="9600" b="1" dirty="0" smtClean="0"/>
              <a:t> </a:t>
            </a:r>
            <a:r>
              <a:rPr lang="en-US" sz="9600" b="1" dirty="0" smtClean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8000" b="1" dirty="0" smtClean="0"/>
              <a:t>- Power Tools Video            :</a:t>
            </a:r>
          </a:p>
          <a:p>
            <a:pPr marL="0" indent="0">
              <a:buNone/>
            </a:pPr>
            <a:r>
              <a:rPr lang="en-US" sz="8000" b="1" dirty="0" smtClean="0"/>
              <a:t>- Manual Machines Video    : </a:t>
            </a:r>
          </a:p>
          <a:p>
            <a:pPr marL="0" indent="0">
              <a:buNone/>
            </a:pPr>
            <a:r>
              <a:rPr lang="en-US" sz="8000" b="1" dirty="0" smtClean="0"/>
              <a:t>- Methods of Joining Metal :</a:t>
            </a:r>
          </a:p>
          <a:p>
            <a:pPr marL="0" indent="0">
              <a:buNone/>
            </a:pPr>
            <a:r>
              <a:rPr lang="en-US" sz="8000" b="1" u="sng" dirty="0" smtClean="0"/>
              <a:t>Feedback</a:t>
            </a:r>
            <a:r>
              <a:rPr lang="en-US" sz="8000" dirty="0" smtClean="0"/>
              <a:t> </a:t>
            </a:r>
            <a:r>
              <a:rPr lang="en-US" sz="8000" dirty="0" smtClean="0"/>
              <a:t>: Activity</a:t>
            </a:r>
            <a:endParaRPr lang="en-US" sz="8000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 ">
            <a:hlinkClick r:id="rId2" tgtFrame="&quot;_blank&quot;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8" r="12451"/>
          <a:stretch/>
        </p:blipFill>
        <p:spPr bwMode="auto">
          <a:xfrm>
            <a:off x="1017431" y="312739"/>
            <a:ext cx="3155323" cy="18122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690688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: Maintenance						Marks : 12</a:t>
            </a:r>
            <a:br>
              <a:rPr lang="en-US" sz="2700" dirty="0" smtClean="0"/>
            </a:br>
            <a:r>
              <a:rPr lang="en-US" sz="2700" dirty="0" smtClean="0"/>
              <a:t>Grade	  : Year 2 						          Time  : 30mins</a:t>
            </a:r>
            <a:br>
              <a:rPr lang="en-US" sz="2700" dirty="0" smtClean="0"/>
            </a:br>
            <a:r>
              <a:rPr lang="en-US" sz="2700" dirty="0" smtClean="0"/>
              <a:t>Date	  :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 smtClean="0"/>
              <a:t>Question:1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Name the following marking and cutting hand tools.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  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4. ______________________</a:t>
            </a:r>
            <a:endParaRPr lang="en-US" sz="2400" dirty="0"/>
          </a:p>
        </p:txBody>
      </p:sp>
      <p:pic>
        <p:nvPicPr>
          <p:cNvPr id="11" name="Picture 10" descr="C:\Users\Dr. MP Mazibuko\Documents\2018 PRO PRACTICUM MASTER\5 Handbook\Metalwork\Y2 T1 Metalwork\Machine tools\Guillotine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27" y="2751388"/>
            <a:ext cx="1806289" cy="135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C:\Users\Dr. MP Mazibuko\Documents\2018 PRO PRACTICUM MASTER\5 Handbook\Metalwork\Y2 T1 Metalwork\Machine tools\Bending brake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044" y="3113707"/>
            <a:ext cx="1877113" cy="992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C:\Users\User1\Desktop\Bluetooth\14968906620441498857733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2991" y="5031715"/>
            <a:ext cx="1419225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601" y="5027196"/>
            <a:ext cx="1285013" cy="1240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___________________________  				                 6. 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3657600" lvl="8" indent="0">
              <a:buNone/>
            </a:pPr>
            <a:r>
              <a:rPr lang="en-US" dirty="0" smtClean="0"/>
              <a:t>					</a:t>
            </a:r>
          </a:p>
          <a:p>
            <a:pPr marL="0" indent="0">
              <a:buNone/>
            </a:pPr>
            <a:r>
              <a:rPr lang="en-US" dirty="0" smtClean="0"/>
              <a:t>7. ___________________________ 				</a:t>
            </a:r>
          </a:p>
          <a:p>
            <a:pPr marL="0" indent="0">
              <a:buNone/>
            </a:pPr>
            <a:r>
              <a:rPr lang="en-US" b="1" u="sng" dirty="0" smtClean="0"/>
              <a:t>Question:2</a:t>
            </a:r>
            <a:endParaRPr lang="en-US" b="1" u="sng" dirty="0"/>
          </a:p>
          <a:p>
            <a:pPr marL="0" indent="0">
              <a:buNone/>
            </a:pPr>
            <a:r>
              <a:rPr lang="en-US" dirty="0"/>
              <a:t>2. Name five joining methods</a:t>
            </a:r>
          </a:p>
          <a:p>
            <a:pPr marL="457200" indent="-457200">
              <a:buAutoNum type="arabicPeriod"/>
            </a:pPr>
            <a:r>
              <a:rPr lang="en-US" dirty="0"/>
              <a:t>___________________</a:t>
            </a:r>
          </a:p>
          <a:p>
            <a:pPr marL="457200" indent="-457200">
              <a:buAutoNum type="arabicPeriod"/>
            </a:pPr>
            <a:r>
              <a:rPr lang="en-US" dirty="0"/>
              <a:t>___________________</a:t>
            </a:r>
          </a:p>
          <a:p>
            <a:pPr marL="457200" indent="-457200">
              <a:buAutoNum type="arabicPeriod"/>
            </a:pPr>
            <a:r>
              <a:rPr lang="en-US" dirty="0"/>
              <a:t>___________________</a:t>
            </a:r>
          </a:p>
          <a:p>
            <a:pPr marL="457200" indent="-457200">
              <a:buAutoNum type="arabicPeriod"/>
            </a:pPr>
            <a:r>
              <a:rPr lang="en-US" dirty="0"/>
              <a:t>___________________</a:t>
            </a:r>
          </a:p>
          <a:p>
            <a:pPr marL="457200" indent="-457200">
              <a:buAutoNum type="arabicPeriod"/>
            </a:pPr>
            <a:r>
              <a:rPr lang="en-US" dirty="0"/>
              <a:t>___________________</a:t>
            </a:r>
          </a:p>
          <a:p>
            <a:pPr marL="0" indent="0">
              <a:buNone/>
            </a:pPr>
            <a:r>
              <a:rPr lang="en-US" dirty="0"/>
              <a:t>											</a:t>
            </a:r>
            <a:r>
              <a:rPr lang="en-US" dirty="0" smtClean="0"/>
              <a:t>                                                     (</a:t>
            </a:r>
            <a:r>
              <a:rPr lang="en-US" dirty="0"/>
              <a:t>5)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786" y="2122357"/>
            <a:ext cx="1352550" cy="995417"/>
          </a:xfrm>
          <a:prstGeom prst="rect">
            <a:avLst/>
          </a:prstGeom>
          <a:noFill/>
        </p:spPr>
      </p:pic>
      <p:pic>
        <p:nvPicPr>
          <p:cNvPr id="12" name="Picture 11" descr="http://metal-machines.com/product/4-1-1b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91643" y="0"/>
            <a:ext cx="1684393" cy="1326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 ">
            <a:hlinkClick r:id="rId4" tgtFrame="&quot;_blank&quot;"/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2"/>
          <a:stretch/>
        </p:blipFill>
        <p:spPr bwMode="auto">
          <a:xfrm>
            <a:off x="237825" y="156445"/>
            <a:ext cx="2872067" cy="1170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859"/>
            <a:ext cx="112766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 smtClean="0"/>
              <a:t>Question:2</a:t>
            </a:r>
          </a:p>
          <a:p>
            <a:pPr marL="0" indent="0">
              <a:buNone/>
            </a:pPr>
            <a:r>
              <a:rPr lang="en-US" sz="2400" dirty="0" smtClean="0"/>
              <a:t>2. Name five joining methods</a:t>
            </a:r>
          </a:p>
          <a:p>
            <a:pPr marL="457200" indent="-457200">
              <a:buAutoNum type="arabicPeriod"/>
            </a:pPr>
            <a:r>
              <a:rPr lang="en-US" sz="2400" dirty="0" smtClean="0"/>
              <a:t>___________________</a:t>
            </a:r>
          </a:p>
          <a:p>
            <a:pPr marL="457200" indent="-457200">
              <a:buAutoNum type="arabicPeriod"/>
            </a:pPr>
            <a:r>
              <a:rPr lang="en-US" sz="2400" dirty="0" smtClean="0"/>
              <a:t>___________________</a:t>
            </a:r>
          </a:p>
          <a:p>
            <a:pPr marL="457200" indent="-457200">
              <a:buAutoNum type="arabicPeriod"/>
            </a:pPr>
            <a:r>
              <a:rPr lang="en-US" sz="2400" dirty="0" smtClean="0"/>
              <a:t>___________________</a:t>
            </a:r>
          </a:p>
          <a:p>
            <a:pPr marL="457200" indent="-457200">
              <a:buAutoNum type="arabicPeriod"/>
            </a:pPr>
            <a:r>
              <a:rPr lang="en-US" sz="2400" dirty="0" smtClean="0"/>
              <a:t>___________________</a:t>
            </a:r>
          </a:p>
          <a:p>
            <a:pPr marL="457200" indent="-457200">
              <a:buAutoNum type="arabicPeriod"/>
            </a:pPr>
            <a:r>
              <a:rPr lang="en-US" sz="2400" dirty="0" smtClean="0"/>
              <a:t>___________________</a:t>
            </a:r>
          </a:p>
          <a:p>
            <a:pPr marL="0" indent="0">
              <a:buNone/>
            </a:pPr>
            <a:r>
              <a:rPr lang="en-US" sz="2400" dirty="0" smtClean="0"/>
              <a:t>											(5)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948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: </a:t>
            </a:r>
            <a:r>
              <a:rPr lang="en-US" smtClean="0"/>
              <a:t>Worksheet 11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(Practical lesson or Project)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1655" y="3038261"/>
            <a:ext cx="5176846" cy="274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58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437</TotalTime>
  <Words>187</Words>
  <Application>Microsoft Office PowerPoint</Application>
  <PresentationFormat>Widescreen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Kwa Thema Skills School Subject : Maintenance      Marks : 12 Grade   : Year 2                 Time  : 30mins Date   :</vt:lpstr>
      <vt:lpstr>PowerPoint Presentation</vt:lpstr>
      <vt:lpstr>PowerPoint Presentation</vt:lpstr>
      <vt:lpstr>Activity : Worksheet 11 (Practical lesson or Project)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87</cp:revision>
  <cp:lastPrinted>2022-08-31T07:50:14Z</cp:lastPrinted>
  <dcterms:created xsi:type="dcterms:W3CDTF">2022-08-25T11:18:17Z</dcterms:created>
  <dcterms:modified xsi:type="dcterms:W3CDTF">2024-03-04T09:03:09Z</dcterms:modified>
</cp:coreProperties>
</file>