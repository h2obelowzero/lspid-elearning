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2538"/>
            <a:ext cx="9352491" cy="1854558"/>
          </a:xfrm>
        </p:spPr>
        <p:txBody>
          <a:bodyPr/>
          <a:lstStyle/>
          <a:p>
            <a:pPr algn="ctr"/>
            <a:r>
              <a:rPr lang="en-US" sz="6600" dirty="0" smtClean="0"/>
              <a:t>2.</a:t>
            </a:r>
            <a:r>
              <a:rPr lang="en-US" sz="6600" u="sng" dirty="0" smtClean="0"/>
              <a:t>Service of vehicle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(tools and materials)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047741"/>
            <a:ext cx="10277341" cy="4810259"/>
          </a:xfrm>
        </p:spPr>
        <p:txBody>
          <a:bodyPr>
            <a:normAutofit/>
          </a:bodyPr>
          <a:lstStyle/>
          <a:p>
            <a:pPr algn="l"/>
            <a:r>
              <a:rPr lang="en-US" sz="4400" u="sng" dirty="0" smtClean="0"/>
              <a:t>Tools</a:t>
            </a:r>
          </a:p>
          <a:p>
            <a:pPr algn="l"/>
            <a:r>
              <a:rPr lang="en-US" sz="4000" dirty="0" smtClean="0"/>
              <a:t>1.</a:t>
            </a:r>
            <a:r>
              <a:rPr lang="en-US" sz="4000" u="sng" dirty="0" smtClean="0"/>
              <a:t>Spanners</a:t>
            </a:r>
          </a:p>
          <a:p>
            <a:pPr algn="l"/>
            <a:endParaRPr lang="en-US" sz="3600" dirty="0"/>
          </a:p>
          <a:p>
            <a:pPr algn="l"/>
            <a:endParaRPr lang="en-US" sz="3600" dirty="0" smtClean="0"/>
          </a:p>
          <a:p>
            <a:pPr algn="l"/>
            <a:endParaRPr lang="en-US" sz="3600" dirty="0" smtClean="0"/>
          </a:p>
          <a:p>
            <a:pPr algn="l"/>
            <a:endParaRPr lang="en-US" sz="3600" dirty="0"/>
          </a:p>
          <a:p>
            <a:pPr algn="l"/>
            <a:r>
              <a:rPr lang="en-US" sz="2400" dirty="0" smtClean="0"/>
              <a:t>-It is used for loosening and tightening of bolts and nuts.  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200"/>
            <a:ext cx="298642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9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820" y="0"/>
            <a:ext cx="1196018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/>
              <a:t>2.</a:t>
            </a:r>
            <a:r>
              <a:rPr lang="en-US" sz="4000" u="sng" dirty="0" smtClean="0"/>
              <a:t>Screwdrivers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 smtClean="0"/>
          </a:p>
          <a:p>
            <a:pPr>
              <a:buFontTx/>
              <a:buChar char="-"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-It is used for loosening and tightening of screws.</a:t>
            </a:r>
          </a:p>
          <a:p>
            <a:pPr marL="0" indent="0">
              <a:buNone/>
            </a:pPr>
            <a:r>
              <a:rPr lang="en-US" sz="2600" dirty="0" smtClean="0"/>
              <a:t>-It </a:t>
            </a:r>
            <a:r>
              <a:rPr lang="en-US" sz="2600" dirty="0"/>
              <a:t>is used for loosening and tightening of </a:t>
            </a:r>
            <a:r>
              <a:rPr lang="en-US" sz="2600" dirty="0" smtClean="0"/>
              <a:t>bolts &amp; nuts.</a:t>
            </a:r>
          </a:p>
          <a:p>
            <a:pPr marL="0" indent="0">
              <a:buNone/>
            </a:pPr>
            <a:r>
              <a:rPr lang="en-US" sz="4000" dirty="0" smtClean="0"/>
              <a:t>3.</a:t>
            </a:r>
            <a:r>
              <a:rPr lang="en-US" sz="4000" u="sng" dirty="0" smtClean="0"/>
              <a:t>Allen keys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2600" dirty="0"/>
              <a:t>-</a:t>
            </a:r>
            <a:r>
              <a:rPr lang="en-US" sz="2600" dirty="0" smtClean="0"/>
              <a:t>It </a:t>
            </a:r>
            <a:r>
              <a:rPr lang="en-US" sz="2600" dirty="0"/>
              <a:t>is used for loosening and tightening of </a:t>
            </a:r>
            <a:r>
              <a:rPr lang="en-US" sz="2600" dirty="0" smtClean="0"/>
              <a:t>bolts &amp; nuts.</a:t>
            </a:r>
            <a:endParaRPr lang="en-US" sz="2600" dirty="0"/>
          </a:p>
          <a:p>
            <a:pPr marL="0" indent="0">
              <a:buNone/>
            </a:pP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221" y="953037"/>
            <a:ext cx="2999100" cy="14662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221" y="4158670"/>
            <a:ext cx="3410387" cy="188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32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3432665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/>
              <a:t>4.</a:t>
            </a:r>
            <a:r>
              <a:rPr lang="en-US" sz="4000" u="sng" dirty="0" smtClean="0"/>
              <a:t>Cordless drill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r>
              <a:rPr lang="en-US" sz="2400" dirty="0" smtClean="0"/>
              <a:t>-</a:t>
            </a:r>
            <a:r>
              <a:rPr lang="en-US" sz="2400" dirty="0"/>
              <a:t>It is used for loosening and tightening of screws.</a:t>
            </a:r>
          </a:p>
          <a:p>
            <a:pPr marL="0" indent="0">
              <a:buNone/>
            </a:pPr>
            <a:r>
              <a:rPr lang="en-US" sz="2400" dirty="0"/>
              <a:t>-It is used for loosening and tightening of bolts &amp; nuts.</a:t>
            </a:r>
          </a:p>
          <a:p>
            <a:pPr marL="0" indent="0">
              <a:buNone/>
            </a:pPr>
            <a:r>
              <a:rPr lang="en-US" sz="3900" dirty="0" smtClean="0"/>
              <a:t>5.</a:t>
            </a:r>
            <a:r>
              <a:rPr lang="en-US" sz="3900" u="sng" dirty="0" smtClean="0"/>
              <a:t>Sockets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r>
              <a:rPr lang="en-US" sz="4000" dirty="0" smtClean="0"/>
              <a:t>-</a:t>
            </a:r>
            <a:r>
              <a:rPr lang="en-US" sz="2400" dirty="0"/>
              <a:t>It is used for loosening and tightening of screws.</a:t>
            </a:r>
          </a:p>
          <a:p>
            <a:pPr marL="0" indent="0">
              <a:buNone/>
            </a:pPr>
            <a:r>
              <a:rPr lang="en-US" sz="2400" dirty="0"/>
              <a:t>-It is used for loosening and tightening of bolts &amp; nuts.</a:t>
            </a:r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62" y="824248"/>
            <a:ext cx="2174585" cy="14480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343" y="3837903"/>
            <a:ext cx="2228046" cy="144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4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/>
              <a:t>6.</a:t>
            </a:r>
            <a:r>
              <a:rPr lang="en-US" sz="4000" u="sng" dirty="0" smtClean="0"/>
              <a:t>Pliers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r>
              <a:rPr lang="en-US" sz="2400" dirty="0" smtClean="0"/>
              <a:t>-They are used as cutting tools, removing and replacing of clamps etc.  </a:t>
            </a:r>
          </a:p>
          <a:p>
            <a:pPr marL="0" indent="0">
              <a:buNone/>
            </a:pPr>
            <a:r>
              <a:rPr lang="en-US" sz="4400" u="sng" dirty="0" smtClean="0"/>
              <a:t>Materials</a:t>
            </a:r>
          </a:p>
          <a:p>
            <a:pPr marL="0" indent="0">
              <a:buNone/>
            </a:pPr>
            <a:r>
              <a:rPr lang="en-US" sz="3600" dirty="0" smtClean="0"/>
              <a:t>1.</a:t>
            </a:r>
            <a:r>
              <a:rPr lang="en-US" sz="4000" u="sng" dirty="0" smtClean="0"/>
              <a:t>Engine </a:t>
            </a:r>
            <a:r>
              <a:rPr lang="en-US" sz="4000" u="sng" dirty="0"/>
              <a:t>oil</a:t>
            </a:r>
          </a:p>
          <a:p>
            <a:pPr marL="742950" indent="-742950">
              <a:buAutoNum type="arabicPeriod"/>
            </a:pPr>
            <a:endParaRPr lang="en-US" sz="3600" dirty="0"/>
          </a:p>
          <a:p>
            <a:pPr marL="742950" indent="-742950">
              <a:buAutoNum type="arabicPeriod"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2400" dirty="0" smtClean="0"/>
              <a:t>- It is used as a lubricant.</a:t>
            </a:r>
            <a:endParaRPr lang="en-US" sz="2400" dirty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73" y="844706"/>
            <a:ext cx="1581150" cy="13049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22822" y="3980377"/>
            <a:ext cx="15811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7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031"/>
            <a:ext cx="12192000" cy="67549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dirty="0" smtClean="0"/>
              <a:t>2.</a:t>
            </a:r>
            <a:r>
              <a:rPr lang="en-US" sz="4000" u="sng" dirty="0" smtClean="0"/>
              <a:t>Air filte</a:t>
            </a:r>
            <a:r>
              <a:rPr lang="en-US" sz="3600" u="sng" dirty="0" smtClean="0"/>
              <a:t>r</a:t>
            </a:r>
          </a:p>
          <a:p>
            <a:pPr marL="742950" indent="-742950">
              <a:buAutoNum type="arabicPeriod"/>
            </a:pPr>
            <a:endParaRPr lang="en-US" sz="3600" dirty="0"/>
          </a:p>
          <a:p>
            <a:pPr marL="742950" indent="-742950">
              <a:buAutoNum type="arabicPeriod"/>
            </a:pPr>
            <a:endParaRPr lang="en-US" sz="3600" dirty="0" smtClean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2400" dirty="0" smtClean="0"/>
              <a:t>- It traps dust particles from inflow air</a:t>
            </a:r>
            <a:r>
              <a:rPr lang="en-US" sz="3600" dirty="0" smtClean="0"/>
              <a:t>.</a:t>
            </a:r>
          </a:p>
          <a:p>
            <a:pPr marL="0" indent="0">
              <a:buNone/>
            </a:pPr>
            <a:r>
              <a:rPr lang="en-US" sz="4000" dirty="0" smtClean="0"/>
              <a:t>3.</a:t>
            </a:r>
            <a:r>
              <a:rPr lang="en-US" sz="4000" u="sng" dirty="0" smtClean="0"/>
              <a:t>Oil filter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 smtClean="0"/>
              <a:t>- </a:t>
            </a:r>
            <a:r>
              <a:rPr lang="en-US" sz="2400" dirty="0" smtClean="0"/>
              <a:t>It traps impurities from the oil or lubricant.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27" y="678440"/>
            <a:ext cx="3103809" cy="214203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94" y="4331325"/>
            <a:ext cx="1918952" cy="174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82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031"/>
            <a:ext cx="12192000" cy="67549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 smtClean="0"/>
              <a:t>4.</a:t>
            </a:r>
            <a:r>
              <a:rPr lang="en-US" sz="4000" u="sng" dirty="0" smtClean="0"/>
              <a:t>Spark plugs</a:t>
            </a:r>
          </a:p>
          <a:p>
            <a:pPr marL="742950" indent="-742950">
              <a:buAutoNum type="arabicPeriod"/>
            </a:pPr>
            <a:endParaRPr lang="en-US" sz="3600" dirty="0"/>
          </a:p>
          <a:p>
            <a:pPr marL="742950" indent="-742950">
              <a:buAutoNum type="arabicPeriod"/>
            </a:pPr>
            <a:endParaRPr lang="en-US" sz="3600" dirty="0" smtClean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- </a:t>
            </a:r>
            <a:r>
              <a:rPr lang="en-US" sz="2400" dirty="0" smtClean="0"/>
              <a:t>It ignites the mixture of petrol and air</a:t>
            </a:r>
            <a:r>
              <a:rPr lang="en-US" sz="3600" dirty="0" smtClean="0"/>
              <a:t>.</a:t>
            </a:r>
          </a:p>
          <a:p>
            <a:pPr marL="0" indent="0">
              <a:buNone/>
            </a:pPr>
            <a:r>
              <a:rPr lang="en-US" sz="3600" dirty="0" smtClean="0"/>
              <a:t>5.</a:t>
            </a:r>
            <a:r>
              <a:rPr lang="en-US" sz="4000" u="sng" dirty="0" smtClean="0"/>
              <a:t>Anti freeze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 smtClean="0"/>
              <a:t>- </a:t>
            </a:r>
            <a:r>
              <a:rPr lang="en-US" sz="2400" dirty="0" smtClean="0"/>
              <a:t>It prevents coolant from freezing.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13" y="866909"/>
            <a:ext cx="2485622" cy="19224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95553" y="3928750"/>
            <a:ext cx="1703987" cy="258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6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031"/>
            <a:ext cx="12479628" cy="67549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dirty="0" smtClean="0"/>
              <a:t>6.</a:t>
            </a:r>
            <a:r>
              <a:rPr lang="en-US" sz="4300" u="sng" dirty="0" smtClean="0"/>
              <a:t>Transmission fluid</a:t>
            </a:r>
          </a:p>
          <a:p>
            <a:pPr marL="742950" indent="-742950">
              <a:buAutoNum type="arabicPeriod"/>
            </a:pPr>
            <a:endParaRPr lang="en-US" sz="3600" dirty="0"/>
          </a:p>
          <a:p>
            <a:pPr marL="742950" indent="-742950">
              <a:buAutoNum type="arabicPeriod"/>
            </a:pPr>
            <a:endParaRPr lang="en-US" sz="3600" dirty="0" smtClean="0"/>
          </a:p>
          <a:p>
            <a:pPr marL="0" indent="0">
              <a:buNone/>
            </a:pPr>
            <a:endParaRPr lang="en-US" sz="3600" dirty="0" smtClean="0"/>
          </a:p>
          <a:p>
            <a:pPr>
              <a:buFontTx/>
              <a:buChar char="-"/>
            </a:pPr>
            <a:r>
              <a:rPr lang="en-US" sz="2400" dirty="0" smtClean="0"/>
              <a:t>It provides hydraulic pressure and friction to make internal parts work in gearboxes and 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smtClean="0"/>
              <a:t>In power steering pumps etc.</a:t>
            </a:r>
          </a:p>
          <a:p>
            <a:pPr marL="0" indent="0">
              <a:buNone/>
            </a:pPr>
            <a:r>
              <a:rPr lang="en-US" sz="3600" dirty="0" smtClean="0"/>
              <a:t>7.</a:t>
            </a:r>
            <a:r>
              <a:rPr lang="en-US" sz="4300" u="sng" dirty="0" smtClean="0"/>
              <a:t>Tyre Pressure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- </a:t>
            </a:r>
            <a:r>
              <a:rPr lang="en-US" sz="2600" dirty="0" smtClean="0"/>
              <a:t>It inflates air into the tyres.</a:t>
            </a:r>
            <a:endParaRPr lang="en-US" sz="2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61315" y="366915"/>
            <a:ext cx="1519070" cy="230531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673" y="4303153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8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2421227"/>
          </a:xfrm>
        </p:spPr>
        <p:txBody>
          <a:bodyPr>
            <a:normAutofit/>
          </a:bodyPr>
          <a:lstStyle/>
          <a:p>
            <a:r>
              <a:rPr lang="en-US" sz="2000" u="sng" dirty="0" smtClean="0"/>
              <a:t>Feedback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Activity : Worksheet 2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Kwa Thema Skills School</a:t>
            </a:r>
            <a:br>
              <a:rPr lang="en-US" sz="2000" dirty="0" smtClean="0"/>
            </a:br>
            <a:r>
              <a:rPr lang="en-US" sz="2000" dirty="0" smtClean="0"/>
              <a:t>Subject : Maintenance							 Marks : 10</a:t>
            </a:r>
            <a:br>
              <a:rPr lang="en-US" sz="2000" dirty="0" smtClean="0"/>
            </a:br>
            <a:r>
              <a:rPr lang="en-US" sz="2000" dirty="0" smtClean="0"/>
              <a:t>Grade	  : Year 2 						         	 Time  : 30mins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000" dirty="0" smtClean="0"/>
              <a:t>Date	  :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31686"/>
            <a:ext cx="12192000" cy="50323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u="sng" dirty="0" smtClean="0"/>
              <a:t>Question:1</a:t>
            </a:r>
          </a:p>
          <a:p>
            <a:pPr marL="0" indent="0">
              <a:buNone/>
            </a:pPr>
            <a:r>
              <a:rPr lang="en-US" sz="8000" dirty="0" smtClean="0"/>
              <a:t>1.Name the following marking and cutting hand tools.</a:t>
            </a:r>
          </a:p>
          <a:p>
            <a:pPr marL="0" indent="0">
              <a:buNone/>
            </a:pPr>
            <a:r>
              <a:rPr lang="en-US" sz="8000" dirty="0" smtClean="0"/>
              <a:t>1.1 _________________________</a:t>
            </a:r>
          </a:p>
          <a:p>
            <a:pPr marL="0" indent="0">
              <a:buNone/>
            </a:pPr>
            <a:r>
              <a:rPr lang="en-US" sz="8000" dirty="0" smtClean="0"/>
              <a:t>1.2 _________________________</a:t>
            </a:r>
          </a:p>
          <a:p>
            <a:pPr marL="0" indent="0">
              <a:buNone/>
            </a:pPr>
            <a:r>
              <a:rPr lang="en-US" sz="8000" dirty="0" smtClean="0"/>
              <a:t>1.3 _________________________</a:t>
            </a:r>
          </a:p>
          <a:p>
            <a:pPr marL="0" indent="0">
              <a:buNone/>
            </a:pPr>
            <a:r>
              <a:rPr lang="en-US" sz="8000" dirty="0" smtClean="0"/>
              <a:t>1.4 _________________________</a:t>
            </a:r>
          </a:p>
          <a:p>
            <a:pPr marL="0" indent="0">
              <a:buNone/>
            </a:pPr>
            <a:r>
              <a:rPr lang="en-US" sz="8000" dirty="0" smtClean="0"/>
              <a:t>1.5 _________________________</a:t>
            </a:r>
          </a:p>
          <a:p>
            <a:pPr marL="0" indent="0">
              <a:buNone/>
            </a:pPr>
            <a:r>
              <a:rPr lang="en-US" sz="8000" dirty="0" smtClean="0"/>
              <a:t>2. Name five materials are used when servicing engine of a vehicle</a:t>
            </a:r>
          </a:p>
          <a:p>
            <a:pPr marL="0" indent="0">
              <a:buNone/>
            </a:pPr>
            <a:r>
              <a:rPr lang="en-US" sz="8000" dirty="0" smtClean="0"/>
              <a:t>2.1 _________________________</a:t>
            </a:r>
          </a:p>
          <a:p>
            <a:pPr marL="0" indent="0">
              <a:buNone/>
            </a:pPr>
            <a:r>
              <a:rPr lang="en-US" sz="8000" dirty="0" smtClean="0"/>
              <a:t>2.2 _________________________</a:t>
            </a:r>
          </a:p>
          <a:p>
            <a:pPr marL="0" indent="0">
              <a:buNone/>
            </a:pPr>
            <a:r>
              <a:rPr lang="en-US" sz="8000" dirty="0" smtClean="0"/>
              <a:t>2.3 _________________________</a:t>
            </a:r>
          </a:p>
          <a:p>
            <a:pPr marL="0" indent="0">
              <a:buNone/>
            </a:pPr>
            <a:r>
              <a:rPr lang="en-US" sz="8000" dirty="0" smtClean="0"/>
              <a:t>2.4 _________________________</a:t>
            </a:r>
          </a:p>
          <a:p>
            <a:pPr marL="0" indent="0">
              <a:buNone/>
            </a:pPr>
            <a:r>
              <a:rPr lang="en-US" sz="8000" dirty="0" smtClean="0"/>
              <a:t>2.5 _________________________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</a:t>
            </a:r>
          </a:p>
        </p:txBody>
      </p:sp>
    </p:spTree>
    <p:extLst>
      <p:ext uri="{BB962C8B-B14F-4D97-AF65-F5344CB8AC3E}">
        <p14:creationId xmlns:p14="http://schemas.microsoft.com/office/powerpoint/2010/main" val="412479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742</TotalTime>
  <Words>256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2.Service of vehicle (tools and materials)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 Activity : Worksheet 2 Kwa Thema Skills School Subject : Maintenance        Marks : 10 Grade   : Year 2                  Time  : 30mins Date   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132</cp:revision>
  <cp:lastPrinted>2022-08-31T07:50:14Z</cp:lastPrinted>
  <dcterms:created xsi:type="dcterms:W3CDTF">2022-08-25T11:18:17Z</dcterms:created>
  <dcterms:modified xsi:type="dcterms:W3CDTF">2022-09-22T10:56:49Z</dcterms:modified>
</cp:coreProperties>
</file>