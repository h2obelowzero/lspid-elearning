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424" y="-90152"/>
            <a:ext cx="12024575" cy="1429555"/>
          </a:xfrm>
        </p:spPr>
        <p:txBody>
          <a:bodyPr/>
          <a:lstStyle/>
          <a:p>
            <a:pPr algn="ctr"/>
            <a:r>
              <a:rPr lang="en-US" b="1" u="sng" dirty="0"/>
              <a:t>Basic maintenance of a vehicle</a:t>
            </a:r>
            <a:br>
              <a:rPr lang="en-US" b="1" u="sng" dirty="0"/>
            </a:br>
            <a:r>
              <a:rPr lang="en-US" b="1" u="sng" dirty="0"/>
              <a:t>(Practical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6373"/>
            <a:ext cx="12192000" cy="5782613"/>
          </a:xfrm>
        </p:spPr>
        <p:txBody>
          <a:bodyPr/>
          <a:lstStyle/>
          <a:p>
            <a:pPr marL="0" indent="0">
              <a:buNone/>
            </a:pPr>
            <a:r>
              <a:rPr lang="en-US" sz="2400" u="sng" dirty="0" smtClean="0"/>
              <a:t>Exterior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tep 1 Organize  cleaning materials.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Step 2 Fill up one of the buckets with warm water.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49" y="2311154"/>
            <a:ext cx="3028950" cy="1514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9" y="4797380"/>
            <a:ext cx="30289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1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024575" cy="1429555"/>
          </a:xfrm>
        </p:spPr>
        <p:txBody>
          <a:bodyPr/>
          <a:lstStyle/>
          <a:p>
            <a:pPr algn="ctr"/>
            <a:r>
              <a:rPr lang="en-US" b="1" u="sng" dirty="0"/>
              <a:t>Basic maintenance of a vehicle</a:t>
            </a:r>
            <a:br>
              <a:rPr lang="en-US" b="1" u="sng" dirty="0"/>
            </a:br>
            <a:r>
              <a:rPr lang="en-US" b="1" dirty="0" smtClean="0"/>
              <a:t>Practical demonstration (continues)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29555"/>
            <a:ext cx="12192000" cy="558943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Step 3 Soak sponge in the soapy bucket and apply solutions to the car.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Step 4 Use hose or bucket of clean water to rinse off bubbles.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60" y="1892993"/>
            <a:ext cx="2696012" cy="1743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624" y="4589105"/>
            <a:ext cx="2772648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5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024575" cy="1326525"/>
          </a:xfrm>
        </p:spPr>
        <p:txBody>
          <a:bodyPr/>
          <a:lstStyle/>
          <a:p>
            <a:pPr algn="ctr"/>
            <a:r>
              <a:rPr lang="en-US" b="1" u="sng" dirty="0"/>
              <a:t>Basic maintenance of a vehicle</a:t>
            </a:r>
            <a:br>
              <a:rPr lang="en-US" b="1" u="sng" dirty="0"/>
            </a:br>
            <a:r>
              <a:rPr lang="en-US" b="1" dirty="0" smtClean="0"/>
              <a:t>Practical demonstration (continues)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6525"/>
            <a:ext cx="12192000" cy="578261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Step 5 Buff the car dry.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Step 6 Apply wax or polish for extra shine and protection.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624" y="1794390"/>
            <a:ext cx="2772648" cy="1743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498" y="4502171"/>
            <a:ext cx="2700774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0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424" y="-90152"/>
            <a:ext cx="12024575" cy="1429555"/>
          </a:xfrm>
        </p:spPr>
        <p:txBody>
          <a:bodyPr/>
          <a:lstStyle/>
          <a:p>
            <a:pPr algn="ctr"/>
            <a:r>
              <a:rPr lang="en-US" b="1" u="sng" dirty="0"/>
              <a:t>Basic maintenance of a vehicle</a:t>
            </a:r>
            <a:br>
              <a:rPr lang="en-US" b="1" u="sng" dirty="0"/>
            </a:br>
            <a:r>
              <a:rPr lang="en-US" b="1" u="sng" dirty="0"/>
              <a:t>(Practical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6373"/>
            <a:ext cx="12192000" cy="5782613"/>
          </a:xfrm>
        </p:spPr>
        <p:txBody>
          <a:bodyPr/>
          <a:lstStyle/>
          <a:p>
            <a:pPr marL="0" indent="0">
              <a:buNone/>
            </a:pPr>
            <a:r>
              <a:rPr lang="en-US" sz="2400" u="sng" dirty="0" smtClean="0"/>
              <a:t>Interior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tep 1 Take out and clean floor mats.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Step 2 Vacuum the interior of the car.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49" y="2408349"/>
            <a:ext cx="3190875" cy="16863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8" y="5050129"/>
            <a:ext cx="31908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0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424" y="-90152"/>
            <a:ext cx="12024575" cy="1429555"/>
          </a:xfrm>
        </p:spPr>
        <p:txBody>
          <a:bodyPr/>
          <a:lstStyle/>
          <a:p>
            <a:pPr algn="ctr"/>
            <a:r>
              <a:rPr lang="en-US" b="1" u="sng" dirty="0"/>
              <a:t>Basic maintenance of a vehicle</a:t>
            </a:r>
            <a:br>
              <a:rPr lang="en-US" b="1" u="sng" dirty="0"/>
            </a:br>
            <a:r>
              <a:rPr lang="en-US" b="1" u="sng" dirty="0"/>
              <a:t>(Practical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6373"/>
            <a:ext cx="12192000" cy="5782613"/>
          </a:xfrm>
        </p:spPr>
        <p:txBody>
          <a:bodyPr/>
          <a:lstStyle/>
          <a:p>
            <a:pPr marL="0" indent="0">
              <a:buNone/>
            </a:pPr>
            <a:r>
              <a:rPr lang="en-US" sz="2400" u="sng" dirty="0" smtClean="0"/>
              <a:t>Interior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tep 3 Clean dust on the dashboard.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Step 4 Carefully clean the console.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49" y="2163516"/>
            <a:ext cx="3028950" cy="1809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9" y="4797379"/>
            <a:ext cx="30289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1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424" y="-90152"/>
            <a:ext cx="12024575" cy="1429555"/>
          </a:xfrm>
        </p:spPr>
        <p:txBody>
          <a:bodyPr/>
          <a:lstStyle/>
          <a:p>
            <a:pPr algn="ctr"/>
            <a:r>
              <a:rPr lang="en-US" b="1" u="sng" dirty="0"/>
              <a:t>Basic maintenance of a vehicle</a:t>
            </a:r>
            <a:br>
              <a:rPr lang="en-US" b="1" u="sng" dirty="0"/>
            </a:br>
            <a:r>
              <a:rPr lang="en-US" b="1" u="sng" dirty="0"/>
              <a:t>(Practical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6373"/>
            <a:ext cx="12192000" cy="5782613"/>
          </a:xfrm>
        </p:spPr>
        <p:txBody>
          <a:bodyPr/>
          <a:lstStyle/>
          <a:p>
            <a:pPr marL="0" indent="0">
              <a:buNone/>
            </a:pPr>
            <a:r>
              <a:rPr lang="en-US" sz="2400" u="sng" dirty="0" smtClean="0"/>
              <a:t>Interior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tep </a:t>
            </a:r>
            <a:r>
              <a:rPr lang="en-US" dirty="0"/>
              <a:t>5</a:t>
            </a:r>
            <a:r>
              <a:rPr lang="en-US" dirty="0" smtClean="0"/>
              <a:t> Wipe interior windows.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Step </a:t>
            </a:r>
            <a:r>
              <a:rPr lang="en-US" dirty="0"/>
              <a:t>6</a:t>
            </a:r>
            <a:r>
              <a:rPr lang="en-US" dirty="0" smtClean="0"/>
              <a:t> Take care of seats.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49" y="2196854"/>
            <a:ext cx="3028950" cy="1743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9" y="4797380"/>
            <a:ext cx="30289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5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424" y="-90152"/>
            <a:ext cx="12024575" cy="1429555"/>
          </a:xfrm>
        </p:spPr>
        <p:txBody>
          <a:bodyPr/>
          <a:lstStyle/>
          <a:p>
            <a:pPr algn="ctr"/>
            <a:r>
              <a:rPr lang="en-US" b="1" u="sng" dirty="0"/>
              <a:t>Basic maintenance of a vehicle</a:t>
            </a:r>
            <a:br>
              <a:rPr lang="en-US" b="1" u="sng" dirty="0"/>
            </a:br>
            <a:r>
              <a:rPr lang="en-US" b="1" u="sng" dirty="0"/>
              <a:t>(Practical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6373"/>
            <a:ext cx="12192000" cy="5782613"/>
          </a:xfrm>
        </p:spPr>
        <p:txBody>
          <a:bodyPr/>
          <a:lstStyle/>
          <a:p>
            <a:pPr marL="0" indent="0">
              <a:buNone/>
            </a:pPr>
            <a:r>
              <a:rPr lang="en-US" sz="2400" u="sng" dirty="0" smtClean="0"/>
              <a:t>Interior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tep 7 Deodorize.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Final maintenance.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361" y="4797380"/>
            <a:ext cx="3467033" cy="17168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361" y="2279829"/>
            <a:ext cx="3467033" cy="1847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767" y="4797380"/>
            <a:ext cx="3295926" cy="171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2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660</TotalTime>
  <Words>159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Basic maintenance of a vehicle (Practical demonstration</vt:lpstr>
      <vt:lpstr>Basic maintenance of a vehicle Practical demonstration (continues) </vt:lpstr>
      <vt:lpstr>Basic maintenance of a vehicle Practical demonstration (continues) </vt:lpstr>
      <vt:lpstr>Basic maintenance of a vehicle (Practical demonstration</vt:lpstr>
      <vt:lpstr>Basic maintenance of a vehicle (Practical demonstration</vt:lpstr>
      <vt:lpstr>Basic maintenance of a vehicle (Practical demonstration</vt:lpstr>
      <vt:lpstr>Basic maintenance of a vehicle (Practical demonstration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123</cp:revision>
  <cp:lastPrinted>2022-08-31T07:50:14Z</cp:lastPrinted>
  <dcterms:created xsi:type="dcterms:W3CDTF">2022-08-25T11:18:17Z</dcterms:created>
  <dcterms:modified xsi:type="dcterms:W3CDTF">2022-09-22T11:08:00Z</dcterms:modified>
</cp:coreProperties>
</file>