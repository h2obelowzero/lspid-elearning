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62" r:id="rId6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1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0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8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6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0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0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8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5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3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1825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3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51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90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94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3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9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0505" y="0"/>
            <a:ext cx="10972800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9600" b="1" u="sng" dirty="0" smtClean="0"/>
              <a:t>Battery maintenance</a:t>
            </a:r>
            <a:endParaRPr lang="en-US" sz="9600" b="1" u="sng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106" y="2871988"/>
            <a:ext cx="5190187" cy="325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5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596668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dirty="0" smtClean="0"/>
              <a:t>Step 1</a:t>
            </a:r>
            <a:r>
              <a:rPr lang="en-US" dirty="0" smtClean="0"/>
              <a:t>. </a:t>
            </a:r>
            <a:r>
              <a:rPr lang="en-US" sz="2200" u="sng" dirty="0" smtClean="0"/>
              <a:t>Check that the battery terminals are tight</a:t>
            </a:r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sz="2200" dirty="0" smtClean="0"/>
              <a:t>- If its loose, tightening the terminals with a spanner.</a:t>
            </a:r>
          </a:p>
          <a:p>
            <a:pPr marL="0" indent="0">
              <a:buNone/>
            </a:pPr>
            <a:r>
              <a:rPr lang="en-US" sz="2200" dirty="0" smtClean="0"/>
              <a:t>Step 2. </a:t>
            </a:r>
            <a:r>
              <a:rPr lang="en-US" sz="2200" u="sng" dirty="0" smtClean="0"/>
              <a:t>Check if there’s no corrosion on terminals (free of acids)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sz="2200" dirty="0" smtClean="0"/>
              <a:t>- If terminals are dirty, remove the acids with warm water.</a:t>
            </a:r>
            <a:endParaRPr lang="en-US" sz="2200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011" y="690091"/>
            <a:ext cx="3631841" cy="18379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039" y="3510499"/>
            <a:ext cx="3773509" cy="206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8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0792496" cy="69610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dirty="0" smtClean="0"/>
              <a:t>Step 3: </a:t>
            </a:r>
            <a:r>
              <a:rPr lang="en-US" sz="2200" u="sng" dirty="0" smtClean="0"/>
              <a:t>Check battery for hold down clamp/ bracket</a:t>
            </a:r>
            <a:r>
              <a:rPr lang="en-US" sz="2200" dirty="0" smtClean="0"/>
              <a:t>.</a:t>
            </a:r>
            <a:endParaRPr lang="en-US" sz="2200" u="sng" dirty="0" smtClean="0"/>
          </a:p>
          <a:p>
            <a:pPr>
              <a:buAutoNum type="arabicPeriod"/>
            </a:pPr>
            <a:endParaRPr lang="en-US" sz="1900" dirty="0"/>
          </a:p>
          <a:p>
            <a:pPr>
              <a:buAutoNum type="arabicPeriod"/>
            </a:pPr>
            <a:endParaRPr lang="en-US" sz="1900" dirty="0" smtClean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 </a:t>
            </a:r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r>
              <a:rPr lang="en-US" sz="2200" dirty="0" smtClean="0"/>
              <a:t>- If the bracket or hold down clamp is loose, use  a spanner to tighten them.</a:t>
            </a:r>
          </a:p>
          <a:p>
            <a:pPr marL="0" indent="0">
              <a:buNone/>
            </a:pPr>
            <a:endParaRPr lang="en-US" sz="2200" dirty="0" smtClean="0"/>
          </a:p>
          <a:p>
            <a:pPr marL="0" indent="0">
              <a:buNone/>
            </a:pPr>
            <a:r>
              <a:rPr lang="en-US" sz="2200" dirty="0" smtClean="0"/>
              <a:t>Step 4: </a:t>
            </a:r>
            <a:r>
              <a:rPr lang="en-US" sz="2200" u="sng" dirty="0" smtClean="0"/>
              <a:t>Check battery acid level.</a:t>
            </a:r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endParaRPr lang="en-US" sz="1900" u="sng" dirty="0" smtClean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r>
              <a:rPr lang="en-US" sz="2200" dirty="0" smtClean="0"/>
              <a:t>-If its low, top-up.</a:t>
            </a:r>
          </a:p>
          <a:p>
            <a:pPr>
              <a:buFontTx/>
              <a:buChar char="-"/>
            </a:pPr>
            <a:endParaRPr lang="en-US" sz="2200" dirty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411" y="508849"/>
            <a:ext cx="3515932" cy="18478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411" y="3919268"/>
            <a:ext cx="3515932" cy="181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1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 smtClean="0"/>
              <a:t>Step 5: </a:t>
            </a:r>
            <a:r>
              <a:rPr lang="en-US" u="sng" dirty="0" smtClean="0"/>
              <a:t>Always maintain that the battery level is 12.5V</a:t>
            </a:r>
            <a:r>
              <a:rPr lang="en-US" sz="2400" dirty="0" smtClean="0"/>
              <a:t>.</a:t>
            </a:r>
            <a:endParaRPr lang="en-US" sz="2400" u="sng" dirty="0" smtClean="0"/>
          </a:p>
          <a:p>
            <a:pPr>
              <a:buAutoNum type="arabicPeriod"/>
            </a:pPr>
            <a:endParaRPr lang="en-US" sz="2400" dirty="0"/>
          </a:p>
          <a:p>
            <a:pPr>
              <a:buAutoNum type="arabicPeriod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sz="3900" dirty="0" smtClean="0"/>
          </a:p>
          <a:p>
            <a:pPr marL="0" indent="0">
              <a:buNone/>
            </a:pPr>
            <a:endParaRPr lang="en-US" sz="3900" dirty="0" smtClean="0"/>
          </a:p>
          <a:p>
            <a:pPr marL="0" indent="0">
              <a:buNone/>
            </a:pPr>
            <a:r>
              <a:rPr lang="en-US" sz="2200" dirty="0" smtClean="0"/>
              <a:t>- If the reading is below 12.5V, visit the battery center for further testing. </a:t>
            </a:r>
            <a:endParaRPr lang="en-US" sz="2200" dirty="0"/>
          </a:p>
          <a:p>
            <a:pPr marL="0" indent="0">
              <a:buNone/>
            </a:pPr>
            <a:r>
              <a:rPr lang="en-US" sz="2800" dirty="0" smtClean="0"/>
              <a:t>Feedback</a:t>
            </a:r>
          </a:p>
          <a:p>
            <a:pPr marL="0" indent="0">
              <a:buNone/>
            </a:pPr>
            <a:r>
              <a:rPr lang="en-US" sz="2800" dirty="0" smtClean="0"/>
              <a:t>Activity : Worksheet 3</a:t>
            </a:r>
          </a:p>
          <a:p>
            <a:pPr marL="0" indent="0">
              <a:buNone/>
            </a:pPr>
            <a:r>
              <a:rPr lang="en-US" sz="2800" dirty="0"/>
              <a:t>Kwa Thema Skills </a:t>
            </a:r>
            <a:r>
              <a:rPr lang="en-US" sz="2800" dirty="0" smtClean="0"/>
              <a:t>School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000" dirty="0" smtClean="0"/>
              <a:t>Subject	: Maintenance												Marks  :10</a:t>
            </a:r>
          </a:p>
          <a:p>
            <a:pPr marL="0" indent="0">
              <a:buNone/>
            </a:pPr>
            <a:r>
              <a:rPr lang="en-US" sz="2000" dirty="0" smtClean="0"/>
              <a:t>Grade	: Year 2														Time   : 30mins	</a:t>
            </a:r>
          </a:p>
          <a:p>
            <a:pPr marL="0" indent="0">
              <a:buNone/>
            </a:pPr>
            <a:r>
              <a:rPr lang="en-US" sz="2000" dirty="0" smtClean="0"/>
              <a:t>Date	: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3900" u="sng" dirty="0" smtClean="0"/>
          </a:p>
          <a:p>
            <a:pPr marL="0" indent="0">
              <a:buNone/>
            </a:pPr>
            <a:endParaRPr lang="en-US" sz="3900" dirty="0"/>
          </a:p>
          <a:p>
            <a:pPr marL="0" indent="0">
              <a:buNone/>
            </a:pPr>
            <a:endParaRPr lang="en-US" sz="3900" dirty="0" smtClean="0"/>
          </a:p>
          <a:p>
            <a:pPr marL="0" indent="0">
              <a:buNone/>
            </a:pPr>
            <a:endParaRPr lang="en-US" sz="3900" dirty="0"/>
          </a:p>
          <a:p>
            <a:pPr marL="0" indent="0">
              <a:buNone/>
            </a:pPr>
            <a:endParaRPr lang="en-US" sz="3900" dirty="0" smtClean="0"/>
          </a:p>
          <a:p>
            <a:pPr marL="0" indent="0">
              <a:buNone/>
            </a:pPr>
            <a:endParaRPr lang="en-US" sz="3900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804" y="1048692"/>
            <a:ext cx="3414056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34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r>
              <a:rPr lang="en-US" u="sng" dirty="0" smtClean="0"/>
              <a:t>Question :1</a:t>
            </a:r>
          </a:p>
          <a:p>
            <a:pPr marL="0" indent="0">
              <a:buNone/>
            </a:pPr>
            <a:r>
              <a:rPr lang="en-US" dirty="0" smtClean="0"/>
              <a:t>1. Name five steps of battery maintenance and its purpose.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1.1 Stage 1 :(a) ______________________________________________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:(b) ______________________________________________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1.2 </a:t>
            </a:r>
            <a:r>
              <a:rPr lang="en-US" dirty="0"/>
              <a:t>Stage </a:t>
            </a:r>
            <a:r>
              <a:rPr lang="en-US" dirty="0" smtClean="0"/>
              <a:t>2 </a:t>
            </a:r>
            <a:r>
              <a:rPr lang="en-US" dirty="0"/>
              <a:t>:(a) ______________________________________________</a:t>
            </a:r>
          </a:p>
          <a:p>
            <a:pPr marL="0" indent="0">
              <a:buNone/>
            </a:pPr>
            <a:r>
              <a:rPr lang="en-US" dirty="0"/>
              <a:t>                  :(b) ______________________________________________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1.3 </a:t>
            </a:r>
            <a:r>
              <a:rPr lang="en-US" dirty="0"/>
              <a:t>Stage </a:t>
            </a:r>
            <a:r>
              <a:rPr lang="en-US" dirty="0" smtClean="0"/>
              <a:t>3 </a:t>
            </a:r>
            <a:r>
              <a:rPr lang="en-US" dirty="0"/>
              <a:t>:(a) ______________________________________________</a:t>
            </a:r>
          </a:p>
          <a:p>
            <a:pPr marL="0" indent="0">
              <a:buNone/>
            </a:pPr>
            <a:r>
              <a:rPr lang="en-US" dirty="0"/>
              <a:t>                  :(b) ______________________________________________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1.4 </a:t>
            </a:r>
            <a:r>
              <a:rPr lang="en-US" dirty="0"/>
              <a:t>Stage </a:t>
            </a:r>
            <a:r>
              <a:rPr lang="en-US" dirty="0" smtClean="0"/>
              <a:t>4 </a:t>
            </a:r>
            <a:r>
              <a:rPr lang="en-US" dirty="0"/>
              <a:t>:(a) ______________________________________________</a:t>
            </a:r>
          </a:p>
          <a:p>
            <a:pPr marL="0" indent="0">
              <a:buNone/>
            </a:pPr>
            <a:r>
              <a:rPr lang="en-US" dirty="0"/>
              <a:t>                  :(b) ______________________________________________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1.5 </a:t>
            </a:r>
            <a:r>
              <a:rPr lang="en-US" dirty="0"/>
              <a:t>Stage </a:t>
            </a:r>
            <a:r>
              <a:rPr lang="en-US" dirty="0" smtClean="0"/>
              <a:t>5 </a:t>
            </a:r>
            <a:r>
              <a:rPr lang="en-US" dirty="0"/>
              <a:t>:(a) ______________________________________________</a:t>
            </a:r>
          </a:p>
          <a:p>
            <a:pPr marL="0" indent="0">
              <a:buNone/>
            </a:pPr>
            <a:r>
              <a:rPr lang="en-US" dirty="0"/>
              <a:t>                  :(b) ______________________________________________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1614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747</TotalTime>
  <Words>213</Words>
  <Application>Microsoft Office PowerPoint</Application>
  <PresentationFormat>Widescreen</PresentationFormat>
  <Paragraphs>82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Battery maintenance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128</cp:revision>
  <cp:lastPrinted>2022-08-31T07:50:14Z</cp:lastPrinted>
  <dcterms:created xsi:type="dcterms:W3CDTF">2022-08-25T11:18:17Z</dcterms:created>
  <dcterms:modified xsi:type="dcterms:W3CDTF">2022-09-22T11:05:29Z</dcterms:modified>
</cp:coreProperties>
</file>