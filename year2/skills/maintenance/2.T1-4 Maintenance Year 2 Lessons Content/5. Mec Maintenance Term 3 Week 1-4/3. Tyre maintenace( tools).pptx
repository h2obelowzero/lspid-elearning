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6" r:id="rId4"/>
    <p:sldId id="267" r:id="rId5"/>
    <p:sldId id="268" r:id="rId6"/>
    <p:sldId id="269" r:id="rId7"/>
  </p:sldIdLst>
  <p:sldSz cx="12192000" cy="6858000"/>
  <p:notesSz cx="6735763" cy="98663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6" d="100"/>
          <a:sy n="76" d="100"/>
        </p:scale>
        <p:origin x="50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5/19/2023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019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5/19/2023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500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5/19/2023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688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5/19/2023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86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5/19/2023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609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5/19/2023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226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5/19/2023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704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5/19/2023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182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5/19/2023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251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5/19/2023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632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5/19/2023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518250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5/19/2023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1431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5/19/2023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305168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5/19/2023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7901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5/19/2023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9948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5/19/2023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135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6CB59-8B0F-4B6D-9D62-930C7BAC7892}" type="datetimeFigureOut">
              <a:rPr lang="en-US" smtClean="0"/>
              <a:t>5/19/2023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697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489397" y="-1"/>
            <a:ext cx="11519062" cy="150682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9600" b="1" u="sng" dirty="0" smtClean="0"/>
              <a:t>Tyre maintenance</a:t>
            </a:r>
            <a:endParaRPr lang="en-US" sz="9600" b="1" u="sn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1545466"/>
            <a:ext cx="9903854" cy="5351172"/>
          </a:xfrm>
        </p:spPr>
        <p:txBody>
          <a:bodyPr>
            <a:normAutofit/>
          </a:bodyPr>
          <a:lstStyle/>
          <a:p>
            <a:pPr algn="l"/>
            <a:r>
              <a:rPr lang="en-US" sz="4400" b="1" u="sng" dirty="0" smtClean="0"/>
              <a:t>Tools</a:t>
            </a:r>
          </a:p>
          <a:p>
            <a:pPr algn="l"/>
            <a:r>
              <a:rPr lang="en-US" sz="3200" b="1" dirty="0" smtClean="0"/>
              <a:t>1.</a:t>
            </a:r>
            <a:r>
              <a:rPr lang="en-US" sz="3200" b="1" u="sng" dirty="0" smtClean="0"/>
              <a:t>Jacks</a:t>
            </a:r>
          </a:p>
          <a:p>
            <a:pPr algn="l"/>
            <a:endParaRPr lang="en-US" sz="3200" b="1" u="sng" dirty="0"/>
          </a:p>
          <a:p>
            <a:pPr algn="l"/>
            <a:endParaRPr lang="en-US" sz="3200" b="1" u="sng" dirty="0" smtClean="0"/>
          </a:p>
          <a:p>
            <a:pPr algn="l"/>
            <a:endParaRPr lang="en-US" sz="3200" b="1" u="sng" dirty="0"/>
          </a:p>
          <a:p>
            <a:pPr algn="l"/>
            <a:endParaRPr lang="en-US" sz="3200" b="1" u="sng" dirty="0" smtClean="0"/>
          </a:p>
          <a:p>
            <a:pPr algn="l"/>
            <a:endParaRPr lang="en-US" sz="3200" b="1" u="sng" dirty="0"/>
          </a:p>
          <a:p>
            <a:pPr algn="l"/>
            <a:r>
              <a:rPr lang="en-US" sz="2400" b="1" dirty="0" smtClean="0"/>
              <a:t>-It lifts the body of a vehicle.</a:t>
            </a:r>
            <a:endParaRPr lang="en-US" sz="24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20" y="3831130"/>
            <a:ext cx="4073615" cy="155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25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" y="103031"/>
            <a:ext cx="12063211" cy="6754969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14400" dirty="0" smtClean="0"/>
              <a:t>2. Jack stand</a:t>
            </a:r>
          </a:p>
          <a:p>
            <a:pPr marL="0" indent="0">
              <a:buNone/>
            </a:pPr>
            <a:endParaRPr lang="en-US" sz="14400" dirty="0"/>
          </a:p>
          <a:p>
            <a:pPr marL="0" indent="0">
              <a:buNone/>
            </a:pPr>
            <a:endParaRPr lang="en-US" sz="14400" dirty="0" smtClean="0"/>
          </a:p>
          <a:p>
            <a:pPr marL="0" indent="0">
              <a:buNone/>
            </a:pPr>
            <a:endParaRPr lang="en-US" sz="14400" dirty="0"/>
          </a:p>
          <a:p>
            <a:pPr marL="0" indent="0">
              <a:buNone/>
            </a:pPr>
            <a:endParaRPr lang="en-US" sz="14400" dirty="0" smtClean="0"/>
          </a:p>
          <a:p>
            <a:pPr marL="0" indent="0">
              <a:buNone/>
            </a:pPr>
            <a:r>
              <a:rPr lang="en-US" sz="9600" dirty="0" smtClean="0"/>
              <a:t>- It supports the jacked vehicle.</a:t>
            </a:r>
          </a:p>
          <a:p>
            <a:pPr marL="0" indent="0">
              <a:buNone/>
            </a:pPr>
            <a:r>
              <a:rPr lang="en-US" sz="14400" dirty="0" smtClean="0"/>
              <a:t>3.Wheel chocks or blocks of wood</a:t>
            </a:r>
          </a:p>
          <a:p>
            <a:pPr marL="0" indent="0">
              <a:buNone/>
            </a:pPr>
            <a:endParaRPr lang="en-US" sz="14400" dirty="0" smtClean="0"/>
          </a:p>
          <a:p>
            <a:pPr marL="0" indent="0">
              <a:buNone/>
            </a:pPr>
            <a:endParaRPr lang="en-US" sz="14400" dirty="0"/>
          </a:p>
          <a:p>
            <a:pPr marL="0" indent="0">
              <a:buNone/>
            </a:pPr>
            <a:endParaRPr lang="en-US" sz="14400" dirty="0" smtClean="0"/>
          </a:p>
          <a:p>
            <a:pPr marL="0" indent="0">
              <a:buNone/>
            </a:pPr>
            <a:endParaRPr lang="en-US" sz="14400" dirty="0"/>
          </a:p>
          <a:p>
            <a:pPr marL="0" indent="0">
              <a:buNone/>
            </a:pPr>
            <a:r>
              <a:rPr lang="en-US" sz="14400" dirty="0" smtClean="0"/>
              <a:t>- </a:t>
            </a:r>
            <a:r>
              <a:rPr lang="en-US" sz="9600" dirty="0" smtClean="0"/>
              <a:t>It stops the jacked vehicle from moving.</a:t>
            </a:r>
          </a:p>
          <a:p>
            <a:pPr marL="0" indent="0">
              <a:buNone/>
            </a:pPr>
            <a:endParaRPr lang="en-US" sz="9600" dirty="0"/>
          </a:p>
          <a:p>
            <a:pPr>
              <a:buAutoNum type="arabicPeriod"/>
            </a:pPr>
            <a:endParaRPr lang="en-US" sz="9600" dirty="0" smtClean="0"/>
          </a:p>
          <a:p>
            <a:pPr>
              <a:buAutoNum type="arabicPeriod"/>
            </a:pPr>
            <a:endParaRPr lang="en-US" sz="9600" dirty="0"/>
          </a:p>
          <a:p>
            <a:pPr>
              <a:buAutoNum type="arabicPeriod"/>
            </a:pPr>
            <a:endParaRPr lang="en-US" sz="9600" dirty="0" smtClean="0"/>
          </a:p>
          <a:p>
            <a:pPr>
              <a:buAutoNum type="arabicPeriod"/>
            </a:pPr>
            <a:endParaRPr lang="en-US" sz="9600" dirty="0"/>
          </a:p>
          <a:p>
            <a:pPr marL="0" indent="0">
              <a:buNone/>
            </a:pPr>
            <a:endParaRPr lang="en-US" sz="9600" dirty="0" smtClean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smtClean="0"/>
              <a:t>I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7400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120" y="910106"/>
            <a:ext cx="1762125" cy="166566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949" y="4128684"/>
            <a:ext cx="2619375" cy="17430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129" y="4128683"/>
            <a:ext cx="2495550" cy="174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341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-1"/>
            <a:ext cx="12192000" cy="7868991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8000" dirty="0" smtClean="0"/>
              <a:t>4</a:t>
            </a:r>
            <a:r>
              <a:rPr lang="en-US" sz="11200" dirty="0" smtClean="0"/>
              <a:t>. </a:t>
            </a:r>
            <a:r>
              <a:rPr lang="en-US" sz="11200" u="sng" dirty="0" smtClean="0"/>
              <a:t>Triangle reflector</a:t>
            </a:r>
            <a:endParaRPr lang="en-US" sz="11200" u="sng" dirty="0"/>
          </a:p>
          <a:p>
            <a:pPr>
              <a:buAutoNum type="arabicPeriod"/>
            </a:pPr>
            <a:endParaRPr lang="en-US" sz="11200" dirty="0" smtClean="0"/>
          </a:p>
          <a:p>
            <a:pPr marL="0" indent="0">
              <a:buNone/>
            </a:pPr>
            <a:endParaRPr lang="en-US" dirty="0" smtClean="0"/>
          </a:p>
          <a:p>
            <a:pPr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endParaRPr lang="en-US" dirty="0" smtClean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7400" dirty="0" smtClean="0"/>
              <a:t>- It is </a:t>
            </a:r>
            <a:r>
              <a:rPr lang="en-US" sz="7400" dirty="0" smtClean="0"/>
              <a:t>used warn other drivers of a breakdown or crash ahead</a:t>
            </a:r>
            <a:r>
              <a:rPr lang="en-US" sz="7400" dirty="0" smtClean="0"/>
              <a:t>.</a:t>
            </a:r>
            <a:endParaRPr lang="en-US" sz="7400" dirty="0" smtClean="0"/>
          </a:p>
          <a:p>
            <a:pPr marL="0" indent="0">
              <a:buNone/>
            </a:pPr>
            <a:r>
              <a:rPr lang="en-US" sz="11200" dirty="0" smtClean="0"/>
              <a:t>5. </a:t>
            </a:r>
            <a:r>
              <a:rPr lang="en-US" sz="11200" u="sng" dirty="0" smtClean="0"/>
              <a:t>Lug wrench / wheel spanner</a:t>
            </a:r>
          </a:p>
          <a:p>
            <a:pPr marL="0" indent="0">
              <a:buNone/>
            </a:pPr>
            <a:endParaRPr lang="en-US" sz="7400" dirty="0" smtClean="0"/>
          </a:p>
          <a:p>
            <a:pPr marL="0" indent="0">
              <a:buNone/>
            </a:pPr>
            <a:endParaRPr lang="en-US" sz="7400" dirty="0"/>
          </a:p>
          <a:p>
            <a:pPr marL="0" indent="0">
              <a:buNone/>
            </a:pPr>
            <a:endParaRPr lang="en-US" sz="7400" dirty="0" smtClean="0"/>
          </a:p>
          <a:p>
            <a:pPr marL="0" indent="0">
              <a:buNone/>
            </a:pPr>
            <a:endParaRPr lang="en-US" sz="7400" dirty="0" smtClean="0"/>
          </a:p>
          <a:p>
            <a:pPr marL="0" indent="0">
              <a:buNone/>
            </a:pPr>
            <a:endParaRPr lang="en-US" sz="7400" dirty="0" smtClean="0"/>
          </a:p>
          <a:p>
            <a:pPr marL="0" indent="0">
              <a:buNone/>
            </a:pPr>
            <a:endParaRPr lang="en-US" sz="7400" dirty="0" smtClean="0"/>
          </a:p>
          <a:p>
            <a:pPr marL="0" indent="0">
              <a:buNone/>
            </a:pPr>
            <a:endParaRPr lang="en-US" sz="7400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sz="8000" dirty="0" smtClean="0"/>
              <a:t>- It is </a:t>
            </a:r>
            <a:r>
              <a:rPr lang="en-US" sz="8000" dirty="0" smtClean="0"/>
              <a:t>used for tightening and loosening of bolts and nuts of </a:t>
            </a:r>
            <a:r>
              <a:rPr lang="en-US" sz="8000" smtClean="0"/>
              <a:t>car wheels.</a:t>
            </a:r>
            <a:endParaRPr lang="en-US" sz="8000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7825" y="611587"/>
            <a:ext cx="2358888" cy="187540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2051" y="3934494"/>
            <a:ext cx="2504662" cy="214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377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8002209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sz="8000" dirty="0"/>
              <a:t>6</a:t>
            </a:r>
            <a:r>
              <a:rPr lang="en-US" sz="8000" dirty="0" smtClean="0"/>
              <a:t>. Owner’s manual</a:t>
            </a:r>
            <a:endParaRPr lang="en-US" sz="8000" dirty="0"/>
          </a:p>
          <a:p>
            <a:pPr>
              <a:buAutoNum type="arabicPeriod"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endParaRPr lang="en-US" dirty="0" smtClean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sz="2400" dirty="0"/>
          </a:p>
          <a:p>
            <a:pPr>
              <a:buFontTx/>
              <a:buChar char="-"/>
            </a:pPr>
            <a:r>
              <a:rPr lang="en-US" sz="7400" dirty="0" smtClean="0"/>
              <a:t>It is a source of artificial that employs advance technology to reduce amount of      .</a:t>
            </a:r>
          </a:p>
          <a:p>
            <a:pPr marL="0" indent="0">
              <a:buNone/>
            </a:pPr>
            <a:r>
              <a:rPr lang="en-US" sz="7400" dirty="0" smtClean="0"/>
              <a:t>7. </a:t>
            </a:r>
            <a:r>
              <a:rPr lang="en-US" sz="7400" u="sng" dirty="0" smtClean="0"/>
              <a:t>Tyre pressure gauge</a:t>
            </a:r>
          </a:p>
          <a:p>
            <a:pPr marL="0" indent="0">
              <a:buNone/>
            </a:pPr>
            <a:endParaRPr lang="en-US" sz="7400" dirty="0" smtClean="0"/>
          </a:p>
          <a:p>
            <a:pPr marL="0" indent="0">
              <a:buNone/>
            </a:pPr>
            <a:endParaRPr lang="en-US" sz="7400" dirty="0"/>
          </a:p>
          <a:p>
            <a:pPr marL="0" indent="0">
              <a:buNone/>
            </a:pPr>
            <a:endParaRPr lang="en-US" sz="7400" dirty="0" smtClean="0"/>
          </a:p>
          <a:p>
            <a:pPr marL="0" indent="0">
              <a:buNone/>
            </a:pPr>
            <a:endParaRPr lang="en-US" sz="7400" dirty="0" smtClean="0"/>
          </a:p>
          <a:p>
            <a:pPr marL="0" indent="0">
              <a:buNone/>
            </a:pPr>
            <a:endParaRPr lang="en-US" sz="7400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7400" dirty="0" smtClean="0"/>
              <a:t>- It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It is used for cutting and stripping of wires.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273" y="487432"/>
            <a:ext cx="3017562" cy="16954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3795" y="4119977"/>
            <a:ext cx="2593492" cy="1816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057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3031"/>
            <a:ext cx="11256135" cy="7817475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7400" u="sng" dirty="0" smtClean="0"/>
              <a:t>Identification of tyre tread-wear</a:t>
            </a:r>
          </a:p>
          <a:p>
            <a:pPr marL="0" indent="0">
              <a:buNone/>
            </a:pPr>
            <a:endParaRPr lang="en-US" sz="7400" dirty="0" smtClean="0"/>
          </a:p>
          <a:p>
            <a:pPr marL="0" indent="0">
              <a:buNone/>
            </a:pPr>
            <a:endParaRPr lang="en-US" sz="7400" dirty="0"/>
          </a:p>
          <a:p>
            <a:pPr marL="0" indent="0">
              <a:buNone/>
            </a:pPr>
            <a:endParaRPr lang="en-US" sz="7400" dirty="0" smtClean="0"/>
          </a:p>
          <a:p>
            <a:pPr marL="0" indent="0">
              <a:buNone/>
            </a:pPr>
            <a:endParaRPr lang="en-US" sz="7400" dirty="0" smtClean="0"/>
          </a:p>
          <a:p>
            <a:pPr marL="0" indent="0">
              <a:buNone/>
            </a:pPr>
            <a:endParaRPr lang="en-US" sz="7400" dirty="0"/>
          </a:p>
          <a:p>
            <a:pPr marL="0" indent="0">
              <a:buNone/>
            </a:pPr>
            <a:endParaRPr lang="en-US" sz="7400" dirty="0" smtClean="0"/>
          </a:p>
          <a:p>
            <a:pPr marL="0" indent="0">
              <a:buNone/>
            </a:pPr>
            <a:endParaRPr lang="en-US" sz="7400" dirty="0"/>
          </a:p>
          <a:p>
            <a:pPr marL="0" indent="0">
              <a:buNone/>
            </a:pPr>
            <a:endParaRPr lang="en-US" sz="7400" dirty="0" smtClean="0"/>
          </a:p>
          <a:p>
            <a:pPr marL="0" indent="0">
              <a:buNone/>
            </a:pPr>
            <a:endParaRPr lang="en-US" sz="7400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It is used for cutting and stripping of wires.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3368"/>
            <a:ext cx="5576552" cy="259507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6552" y="963368"/>
            <a:ext cx="5679583" cy="259507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58444"/>
            <a:ext cx="11256135" cy="3151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381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marL="0" indent="0">
              <a:buNone/>
            </a:pPr>
            <a:r>
              <a:rPr lang="en-US" u="sng" dirty="0" smtClean="0"/>
              <a:t>Feedback</a:t>
            </a:r>
          </a:p>
          <a:p>
            <a:pPr marL="0" indent="0">
              <a:buNone/>
            </a:pPr>
            <a:r>
              <a:rPr lang="en-US" dirty="0" smtClean="0"/>
              <a:t>Activity : Worksheet 5</a:t>
            </a:r>
          </a:p>
          <a:p>
            <a:pPr marL="0" indent="0">
              <a:buNone/>
            </a:pPr>
            <a:r>
              <a:rPr lang="en-US" dirty="0" smtClean="0"/>
              <a:t>Kwa Thema skills School</a:t>
            </a:r>
          </a:p>
          <a:p>
            <a:pPr marL="0" indent="0">
              <a:buNone/>
            </a:pPr>
            <a:r>
              <a:rPr lang="en-US" dirty="0" smtClean="0"/>
              <a:t>Subject : Maintenance													Marks: 10</a:t>
            </a:r>
          </a:p>
          <a:p>
            <a:pPr marL="0" indent="0">
              <a:buNone/>
            </a:pPr>
            <a:r>
              <a:rPr lang="en-US" dirty="0" smtClean="0"/>
              <a:t>Grade    : Year 2															Time : 30mins</a:t>
            </a:r>
          </a:p>
          <a:p>
            <a:pPr marL="0" indent="0">
              <a:buNone/>
            </a:pPr>
            <a:r>
              <a:rPr lang="en-US" dirty="0" smtClean="0"/>
              <a:t>Date      :</a:t>
            </a:r>
          </a:p>
          <a:p>
            <a:pPr marL="0" indent="0">
              <a:buNone/>
            </a:pPr>
            <a:r>
              <a:rPr lang="en-US" sz="1400" u="sng" dirty="0" smtClean="0"/>
              <a:t>Question : 1</a:t>
            </a:r>
          </a:p>
          <a:p>
            <a:pPr marL="0" indent="0">
              <a:buNone/>
            </a:pPr>
            <a:r>
              <a:rPr lang="en-US" sz="1400" dirty="0" smtClean="0"/>
              <a:t>1.Name five tools in tyre maintenance </a:t>
            </a:r>
          </a:p>
          <a:p>
            <a:pPr marL="0" indent="0">
              <a:buNone/>
            </a:pPr>
            <a:r>
              <a:rPr lang="en-US" sz="1400" dirty="0" smtClean="0"/>
              <a:t>1.1 ______________________________________</a:t>
            </a:r>
          </a:p>
          <a:p>
            <a:pPr marL="0" indent="0">
              <a:buNone/>
            </a:pPr>
            <a:r>
              <a:rPr lang="en-US" sz="1400" dirty="0" smtClean="0"/>
              <a:t>1.2 ______________________________________</a:t>
            </a:r>
          </a:p>
          <a:p>
            <a:pPr marL="0" indent="0">
              <a:buNone/>
            </a:pPr>
            <a:r>
              <a:rPr lang="en-US" sz="1400" dirty="0" smtClean="0"/>
              <a:t>1.3 ______________________________________</a:t>
            </a:r>
          </a:p>
          <a:p>
            <a:pPr marL="0" indent="0">
              <a:buNone/>
            </a:pPr>
            <a:r>
              <a:rPr lang="en-US" sz="1400" dirty="0" smtClean="0"/>
              <a:t>1.4 ______________________________________</a:t>
            </a:r>
          </a:p>
          <a:p>
            <a:pPr marL="0" indent="0">
              <a:buNone/>
            </a:pPr>
            <a:r>
              <a:rPr lang="en-US" sz="1400" dirty="0" smtClean="0"/>
              <a:t>1.5 ______________________________________</a:t>
            </a:r>
          </a:p>
          <a:p>
            <a:pPr marL="0" indent="0">
              <a:buNone/>
            </a:pPr>
            <a:r>
              <a:rPr lang="en-US" sz="1400" dirty="0" smtClean="0"/>
              <a:t>2.Name five tyre tread-wear</a:t>
            </a:r>
          </a:p>
          <a:p>
            <a:pPr marL="0" indent="0">
              <a:buNone/>
            </a:pPr>
            <a:r>
              <a:rPr lang="en-US" sz="1400" dirty="0" smtClean="0"/>
              <a:t>2.1 _____________________________________</a:t>
            </a:r>
          </a:p>
          <a:p>
            <a:pPr marL="0" indent="0">
              <a:buNone/>
            </a:pPr>
            <a:r>
              <a:rPr lang="en-US" sz="1400" dirty="0" smtClean="0"/>
              <a:t>2.2 _____________________________________</a:t>
            </a:r>
          </a:p>
          <a:p>
            <a:pPr marL="0" indent="0">
              <a:buNone/>
            </a:pPr>
            <a:r>
              <a:rPr lang="en-US" sz="1400" dirty="0" smtClean="0"/>
              <a:t>2.3 _____________________________________</a:t>
            </a:r>
          </a:p>
          <a:p>
            <a:pPr marL="0" indent="0">
              <a:buNone/>
            </a:pPr>
            <a:r>
              <a:rPr lang="en-US" sz="1400" dirty="0" smtClean="0"/>
              <a:t>2.4 _____________________________________</a:t>
            </a:r>
          </a:p>
          <a:p>
            <a:pPr marL="0" indent="0">
              <a:buNone/>
            </a:pPr>
            <a:r>
              <a:rPr lang="en-US" sz="1400" dirty="0" smtClean="0"/>
              <a:t>2.5 _____________________________________</a:t>
            </a:r>
          </a:p>
          <a:p>
            <a:pPr marL="0" indent="0">
              <a:buNone/>
            </a:pPr>
            <a:endParaRPr lang="en-US" sz="1600" dirty="0" smtClean="0"/>
          </a:p>
          <a:p>
            <a:pPr marL="0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527657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709</TotalTime>
  <Words>147</Words>
  <Application>Microsoft Office PowerPoint</Application>
  <PresentationFormat>Widescreen</PresentationFormat>
  <Paragraphs>116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Trebuchet MS</vt:lpstr>
      <vt:lpstr>Wingdings 3</vt:lpstr>
      <vt:lpstr>Facet</vt:lpstr>
      <vt:lpstr>Tyre maintenance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Maintenance Year 2</dc:title>
  <dc:creator>Dr. MP Mazibuko</dc:creator>
  <cp:lastModifiedBy>Dr. MP Mazibuko</cp:lastModifiedBy>
  <cp:revision>130</cp:revision>
  <cp:lastPrinted>2022-08-31T07:50:14Z</cp:lastPrinted>
  <dcterms:created xsi:type="dcterms:W3CDTF">2022-08-25T11:18:17Z</dcterms:created>
  <dcterms:modified xsi:type="dcterms:W3CDTF">2023-05-19T08:57:51Z</dcterms:modified>
</cp:coreProperties>
</file>