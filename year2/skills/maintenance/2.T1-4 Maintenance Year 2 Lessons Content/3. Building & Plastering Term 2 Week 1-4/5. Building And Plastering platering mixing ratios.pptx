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1" r:id="rId5"/>
    <p:sldId id="262" r:id="rId6"/>
    <p:sldId id="263" r:id="rId7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5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531165" y="1"/>
            <a:ext cx="14431617" cy="1828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6600" b="1" u="sng" dirty="0" smtClean="0"/>
              <a:t>Mixing Ratio</a:t>
            </a:r>
          </a:p>
          <a:p>
            <a:pPr algn="l"/>
            <a:r>
              <a:rPr lang="en-US" sz="4400" b="1" u="sng" dirty="0" smtClean="0"/>
              <a:t>When using a bucket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008" y="2168424"/>
            <a:ext cx="11621405" cy="408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4940613" cy="68580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 smtClean="0"/>
              <a:t>When using a wheelbarrow</a:t>
            </a:r>
          </a:p>
          <a:p>
            <a:pPr algn="l"/>
            <a:r>
              <a:rPr lang="en-US" b="1" u="sng" dirty="0" smtClean="0"/>
              <a:t>Low strength concrete mix</a:t>
            </a:r>
            <a:endParaRPr lang="en-US" b="1" u="sng" dirty="0" smtClean="0"/>
          </a:p>
        </p:txBody>
      </p:sp>
      <p:pic>
        <p:nvPicPr>
          <p:cNvPr id="4" name="Picture 3" descr="15mpa mix graphic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692"/>
            <a:ext cx="8525813" cy="175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0" y="2822353"/>
            <a:ext cx="5208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Medium strength Concrete Mix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1685"/>
            <a:ext cx="8525813" cy="16277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6887"/>
            <a:ext cx="8525813" cy="140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0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893194" y="0"/>
            <a:ext cx="14085193" cy="1455313"/>
          </a:xfrm>
        </p:spPr>
        <p:txBody>
          <a:bodyPr>
            <a:normAutofit fontScale="90000"/>
          </a:bodyPr>
          <a:lstStyle/>
          <a:p>
            <a:pPr algn="l"/>
            <a:r>
              <a:rPr lang="en-US" sz="9600" b="1" u="sng" dirty="0" smtClean="0"/>
              <a:t>Mixing ratios</a:t>
            </a:r>
            <a:r>
              <a:rPr lang="en-US" sz="6000" b="1" u="sng" dirty="0" smtClean="0"/>
              <a:t>( continues</a:t>
            </a:r>
            <a:r>
              <a:rPr lang="en-US" sz="9600" b="1" u="sng" dirty="0" smtClean="0"/>
              <a:t>)</a:t>
            </a:r>
            <a:endParaRPr lang="en-US" sz="96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448293" y="1455314"/>
            <a:ext cx="12990489" cy="54026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400" b="1" u="sng" dirty="0" smtClean="0"/>
              <a:t>Medium strength Concrete Mix</a:t>
            </a:r>
          </a:p>
          <a:p>
            <a:pPr algn="l"/>
            <a:endParaRPr lang="en-US" sz="2400" b="1" u="sng" dirty="0"/>
          </a:p>
          <a:p>
            <a:pPr algn="l"/>
            <a:endParaRPr lang="en-US" sz="4400" b="1" u="sng" dirty="0" smtClean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 smtClean="0"/>
          </a:p>
          <a:p>
            <a:pPr algn="l"/>
            <a:r>
              <a:rPr lang="en-US" sz="2400" b="1" u="sng" dirty="0" smtClean="0"/>
              <a:t>High strength Concrete mix</a:t>
            </a:r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800" b="1" u="sng" dirty="0" smtClean="0"/>
          </a:p>
          <a:p>
            <a:pPr algn="l"/>
            <a:endParaRPr lang="en-US" sz="2800" b="1" u="sng" dirty="0" smtClean="0"/>
          </a:p>
          <a:p>
            <a:pPr algn="l"/>
            <a:endParaRPr lang="en-US" sz="2800" b="1" u="sng" dirty="0" smtClean="0"/>
          </a:p>
          <a:p>
            <a:pPr algn="l"/>
            <a:r>
              <a:rPr lang="en-US" sz="2800" b="1" u="sng" dirty="0" smtClean="0"/>
              <a:t>Feedback</a:t>
            </a:r>
          </a:p>
          <a:p>
            <a:pPr algn="l"/>
            <a:r>
              <a:rPr lang="en-US" sz="2800" dirty="0" smtClean="0"/>
              <a:t>Activity : Worksheet 4</a:t>
            </a:r>
            <a:endParaRPr lang="en-US" sz="2800" dirty="0"/>
          </a:p>
        </p:txBody>
      </p:sp>
      <p:pic>
        <p:nvPicPr>
          <p:cNvPr id="4" name="Picture 3" descr="15mpa mix graphic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7651" y="1800594"/>
            <a:ext cx="7727325" cy="166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oncrete_Big_Batches_Barrows25mpa-s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085790" y="3992779"/>
            <a:ext cx="7613252" cy="162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52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Kwa Thema Skills School</a:t>
            </a:r>
            <a:br>
              <a:rPr lang="en-US" sz="2400" dirty="0"/>
            </a:br>
            <a:r>
              <a:rPr lang="en-US" sz="2400" dirty="0" smtClean="0"/>
              <a:t>Subject	: </a:t>
            </a:r>
            <a:r>
              <a:rPr lang="en-US" sz="2400" dirty="0"/>
              <a:t>Maintenance						</a:t>
            </a:r>
            <a:r>
              <a:rPr lang="en-US" sz="2400" dirty="0" smtClean="0"/>
              <a:t>	 Marks: 12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Grade		: </a:t>
            </a:r>
            <a:r>
              <a:rPr lang="en-US" sz="2400" dirty="0"/>
              <a:t>Year 2 							   </a:t>
            </a:r>
            <a:r>
              <a:rPr lang="en-US" sz="2400" dirty="0" smtClean="0"/>
              <a:t>		 Time : 30mins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Date		:</a:t>
            </a:r>
          </a:p>
          <a:p>
            <a:pPr marL="0" indent="0">
              <a:buNone/>
            </a:pPr>
            <a:r>
              <a:rPr lang="en-US" dirty="0" smtClean="0"/>
              <a:t>Question :</a:t>
            </a:r>
          </a:p>
          <a:p>
            <a:pPr marL="0" indent="0">
              <a:buNone/>
            </a:pPr>
            <a:r>
              <a:rPr lang="en-US" dirty="0" smtClean="0"/>
              <a:t>														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36788" y="3571244"/>
            <a:ext cx="596705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r>
              <a:rPr lang="en-US" dirty="0" smtClean="0"/>
              <a:t>1.Identify the following building and plastering materials.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222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560</TotalTime>
  <Words>50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Mixing ratios( continues)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104</cp:revision>
  <cp:lastPrinted>2022-08-31T07:50:14Z</cp:lastPrinted>
  <dcterms:created xsi:type="dcterms:W3CDTF">2022-08-25T11:18:17Z</dcterms:created>
  <dcterms:modified xsi:type="dcterms:W3CDTF">2024-03-04T08:43:06Z</dcterms:modified>
</cp:coreProperties>
</file>