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71" r:id="rId7"/>
    <p:sldId id="269" r:id="rId8"/>
    <p:sldId id="270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6"/>
            <a:ext cx="12192000" cy="6946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u="sng" dirty="0">
                <a:solidFill>
                  <a:schemeClr val="accent1"/>
                </a:solidFill>
              </a:rPr>
              <a:t>Basic building and plastering tools.</a:t>
            </a:r>
            <a:endParaRPr lang="en-US" sz="36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dirty="0" smtClean="0"/>
              <a:t>1. </a:t>
            </a:r>
            <a:r>
              <a:rPr lang="en-US" sz="2400" u="sng" dirty="0" smtClean="0"/>
              <a:t>Wheelbarrow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loading</a:t>
            </a:r>
            <a:r>
              <a:rPr lang="en-US" dirty="0" smtClean="0"/>
              <a:t> and </a:t>
            </a:r>
            <a:r>
              <a:rPr lang="en-US" u="sng" dirty="0" smtClean="0"/>
              <a:t>mixing</a:t>
            </a:r>
            <a:r>
              <a:rPr lang="en-US" dirty="0" smtClean="0"/>
              <a:t> materials.</a:t>
            </a:r>
          </a:p>
          <a:p>
            <a:pPr marL="0" indent="0">
              <a:buNone/>
            </a:pPr>
            <a:r>
              <a:rPr lang="en-US" sz="2400" dirty="0" smtClean="0"/>
              <a:t>2. </a:t>
            </a:r>
            <a:r>
              <a:rPr lang="en-US" sz="2400" u="sng" dirty="0" smtClean="0"/>
              <a:t>Measuring Tape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shorter</a:t>
            </a:r>
            <a:r>
              <a:rPr lang="en-US" dirty="0" smtClean="0"/>
              <a:t> or </a:t>
            </a:r>
            <a:r>
              <a:rPr lang="en-US" u="sng" dirty="0" smtClean="0"/>
              <a:t>longer</a:t>
            </a:r>
            <a:r>
              <a:rPr lang="en-US" dirty="0" smtClean="0"/>
              <a:t>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Image result for measuring tape for woodworki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9695" y="4297019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695" y="1427810"/>
            <a:ext cx="1736322" cy="118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3. </a:t>
            </a:r>
            <a:r>
              <a:rPr lang="en-US" sz="2400" u="sng" dirty="0" smtClean="0"/>
              <a:t>Engineer's Square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checking </a:t>
            </a:r>
            <a:r>
              <a:rPr lang="en-US" u="sng" dirty="0" smtClean="0"/>
              <a:t>square</a:t>
            </a:r>
            <a:r>
              <a:rPr lang="en-US" dirty="0" smtClean="0"/>
              <a:t>. (internal &amp; external right angles)</a:t>
            </a:r>
          </a:p>
          <a:p>
            <a:pPr marL="0" indent="0">
              <a:buNone/>
            </a:pPr>
            <a:r>
              <a:rPr lang="en-US" sz="2400" dirty="0" smtClean="0"/>
              <a:t>4.</a:t>
            </a:r>
            <a:r>
              <a:rPr lang="en-US" sz="2400" u="sng" dirty="0"/>
              <a:t> </a:t>
            </a:r>
            <a:r>
              <a:rPr lang="en-US" sz="2400" u="sng" dirty="0" smtClean="0"/>
              <a:t>Trowel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laying mortar.                              - It is used plastering walls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78122" y="373014"/>
            <a:ext cx="1110542" cy="16282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01" y="3435304"/>
            <a:ext cx="2095903" cy="17996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518" y="3654246"/>
            <a:ext cx="2985107" cy="129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2192000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5. </a:t>
            </a:r>
            <a:r>
              <a:rPr lang="en-US" sz="2400" u="sng" dirty="0" smtClean="0"/>
              <a:t>Joiner, cross brick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</a:t>
            </a:r>
            <a:r>
              <a:rPr lang="en-US" u="sng" dirty="0" smtClean="0"/>
              <a:t>finish</a:t>
            </a:r>
            <a:r>
              <a:rPr lang="en-US" dirty="0" smtClean="0"/>
              <a:t> horizontal and vertical joints between the brick course.</a:t>
            </a:r>
          </a:p>
          <a:p>
            <a:pPr marL="0" indent="0">
              <a:buNone/>
            </a:pPr>
            <a:r>
              <a:rPr lang="en-US" sz="2400" dirty="0" smtClean="0"/>
              <a:t>6. </a:t>
            </a:r>
            <a:r>
              <a:rPr lang="en-US" sz="2400" u="sng" dirty="0" smtClean="0"/>
              <a:t>Building profile pipe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provide accurate </a:t>
            </a:r>
            <a:r>
              <a:rPr lang="en-US" u="sng" dirty="0" smtClean="0"/>
              <a:t>guideline</a:t>
            </a:r>
            <a:r>
              <a:rPr lang="en-US" dirty="0" smtClean="0"/>
              <a:t> when building walls.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40" y="459179"/>
            <a:ext cx="2585941" cy="19878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40" y="3421487"/>
            <a:ext cx="2585941" cy="166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7. </a:t>
            </a:r>
            <a:r>
              <a:rPr lang="en-US" sz="2400" u="sng" dirty="0"/>
              <a:t>P</a:t>
            </a:r>
            <a:r>
              <a:rPr lang="en-US" sz="2400" u="sng" dirty="0" smtClean="0"/>
              <a:t>ick axe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</a:t>
            </a:r>
            <a:r>
              <a:rPr lang="en-US" dirty="0"/>
              <a:t>is used </a:t>
            </a:r>
            <a:r>
              <a:rPr lang="en-US" dirty="0" smtClean="0"/>
              <a:t>for </a:t>
            </a:r>
            <a:r>
              <a:rPr lang="en-US" u="sng" dirty="0" smtClean="0"/>
              <a:t>digging</a:t>
            </a:r>
            <a:r>
              <a:rPr lang="en-US" dirty="0" smtClean="0"/>
              <a:t> trenches.</a:t>
            </a:r>
          </a:p>
          <a:p>
            <a:pPr marL="0" indent="0">
              <a:buNone/>
            </a:pPr>
            <a:r>
              <a:rPr lang="en-US" sz="2400" dirty="0" smtClean="0"/>
              <a:t>8. </a:t>
            </a:r>
            <a:r>
              <a:rPr lang="en-US" sz="2400" u="sng" dirty="0" smtClean="0"/>
              <a:t>White wash brush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wetting</a:t>
            </a:r>
            <a:r>
              <a:rPr lang="en-US" dirty="0" smtClean="0"/>
              <a:t> surfaces.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38" y="3927566"/>
            <a:ext cx="3173030" cy="14171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650243"/>
            <a:ext cx="3095293" cy="182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2192000" cy="685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smtClean="0"/>
              <a:t>9. </a:t>
            </a:r>
            <a:r>
              <a:rPr lang="en-US" sz="2600" u="sng" dirty="0" smtClean="0"/>
              <a:t>Fishing line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level</a:t>
            </a:r>
            <a:r>
              <a:rPr lang="en-US" dirty="0" smtClean="0"/>
              <a:t> of brick coarse or walls.</a:t>
            </a:r>
          </a:p>
          <a:p>
            <a:pPr marL="0" indent="0">
              <a:buNone/>
            </a:pPr>
            <a:r>
              <a:rPr lang="en-US" sz="2600" dirty="0" smtClean="0"/>
              <a:t>10. </a:t>
            </a:r>
            <a:r>
              <a:rPr lang="en-US" sz="2600" u="sng" dirty="0" smtClean="0"/>
              <a:t>Chisel  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as a </a:t>
            </a:r>
            <a:r>
              <a:rPr lang="en-US" u="sng" dirty="0" smtClean="0"/>
              <a:t>cutting</a:t>
            </a:r>
            <a:r>
              <a:rPr lang="en-US" dirty="0" smtClean="0"/>
              <a:t> tool</a:t>
            </a:r>
            <a:r>
              <a:rPr lang="en-US" dirty="0"/>
              <a:t> </a:t>
            </a:r>
            <a:r>
              <a:rPr lang="en-US" dirty="0" smtClean="0"/>
              <a:t>on bricks and concretes.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11" y="627576"/>
            <a:ext cx="1838609" cy="1949203"/>
          </a:xfrm>
          <a:prstGeom prst="rect">
            <a:avLst/>
          </a:prstGeom>
        </p:spPr>
      </p:pic>
      <p:pic>
        <p:nvPicPr>
          <p:cNvPr id="8" name="Picture 7" descr="C:\Users\Dr. MP Mazibuko\Documents\2018 PRO PRACTICUM MASTER\5 Handbook\Downloads\Year 4\Chisel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7327">
            <a:off x="1578785" y="4203276"/>
            <a:ext cx="2840933" cy="1303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11. </a:t>
            </a:r>
            <a:r>
              <a:rPr lang="en-US" sz="2400" u="sng" dirty="0" smtClean="0"/>
              <a:t>Hammers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 in brickworks.</a:t>
            </a:r>
          </a:p>
          <a:p>
            <a:pPr marL="0" indent="0">
              <a:buNone/>
            </a:pPr>
            <a:r>
              <a:rPr lang="en-US" sz="2400" dirty="0" smtClean="0"/>
              <a:t>12. </a:t>
            </a:r>
            <a:r>
              <a:rPr lang="en-US" sz="2400" u="sng" dirty="0" smtClean="0"/>
              <a:t>Shovel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digging, moving sands etc                       </a:t>
            </a:r>
            <a:endParaRPr lang="en-US" dirty="0"/>
          </a:p>
          <a:p>
            <a:pPr marL="0" indent="0">
              <a:buNone/>
            </a:pPr>
            <a:r>
              <a:rPr lang="en-US" sz="2800" u="sng" smtClean="0">
                <a:solidFill>
                  <a:schemeClr val="accent1"/>
                </a:solidFill>
              </a:rPr>
              <a:t>Demonstration Video</a:t>
            </a:r>
            <a:r>
              <a:rPr lang="en-US" sz="2800" smtClean="0">
                <a:solidFill>
                  <a:schemeClr val="accent1"/>
                </a:solidFill>
              </a:rPr>
              <a:t> </a:t>
            </a:r>
            <a:r>
              <a:rPr lang="en-US" sz="2800" dirty="0" smtClean="0">
                <a:solidFill>
                  <a:schemeClr val="accent1"/>
                </a:solidFill>
              </a:rPr>
              <a:t>: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endParaRPr lang="en-US" dirty="0"/>
          </a:p>
          <a:p>
            <a:pPr marL="0" indent="0">
              <a:buNone/>
            </a:pPr>
            <a:r>
              <a:rPr lang="en-US" sz="2000" u="sng" dirty="0" smtClean="0"/>
              <a:t>Feedback</a:t>
            </a:r>
            <a:r>
              <a:rPr lang="en-US" sz="2000" dirty="0" smtClean="0"/>
              <a:t> : Activit</a:t>
            </a:r>
            <a:r>
              <a:rPr lang="en-US" sz="2000" dirty="0"/>
              <a:t>y</a:t>
            </a:r>
            <a:r>
              <a:rPr lang="en-US" sz="2000" dirty="0" smtClean="0"/>
              <a:t>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74" y="591399"/>
            <a:ext cx="2115652" cy="1417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191861" y="2350618"/>
            <a:ext cx="96202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1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682616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Marks: 10</a:t>
            </a:r>
            <a:br>
              <a:rPr lang="en-US" sz="2700" dirty="0" smtClean="0"/>
            </a:br>
            <a:r>
              <a:rPr lang="en-US" sz="2700" dirty="0" smtClean="0"/>
              <a:t>Grade	  : Year 2 							     Time:30mins</a:t>
            </a:r>
            <a:br>
              <a:rPr lang="en-US" sz="2700" dirty="0" smtClean="0"/>
            </a:br>
            <a:r>
              <a:rPr lang="en-US" sz="2700" dirty="0" smtClean="0"/>
              <a:t>Date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smtClean="0"/>
              <a:t>1. Name </a:t>
            </a:r>
            <a:r>
              <a:rPr lang="en-US" sz="2400" dirty="0" smtClean="0"/>
              <a:t>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957710" y="4851634"/>
            <a:ext cx="1522921" cy="115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08" y="4898251"/>
            <a:ext cx="1188823" cy="12619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8" y="3151002"/>
            <a:ext cx="3176291" cy="81083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78" y="2776656"/>
            <a:ext cx="1469263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			(10) </a:t>
            </a:r>
            <a:endParaRPr lang="en-US" dirty="0"/>
          </a:p>
        </p:txBody>
      </p:sp>
      <p:pic>
        <p:nvPicPr>
          <p:cNvPr id="4" name="Picture 3" descr="C:\Users\Dr. MP Mazibuko\Documents\2018 PRO PRACTICUM MASTER\5 Handbook\Metalwork\Y1 Metalwork\Identify tools\File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696" y="-39384"/>
            <a:ext cx="1481248" cy="105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Image result for measuring tape for woodworki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0801" y="1798197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47" y="1798197"/>
            <a:ext cx="2588654" cy="888642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09" y="3736110"/>
            <a:ext cx="1188823" cy="1188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779" y="3595433"/>
            <a:ext cx="1627773" cy="11095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47" y="426736"/>
            <a:ext cx="1765602" cy="64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487</TotalTime>
  <Words>227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Marks: 10 Grade   : Year 2             Time:30mins Date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90</cp:revision>
  <cp:lastPrinted>2022-08-31T08:15:20Z</cp:lastPrinted>
  <dcterms:created xsi:type="dcterms:W3CDTF">2022-08-25T11:18:17Z</dcterms:created>
  <dcterms:modified xsi:type="dcterms:W3CDTF">2024-03-04T08:08:32Z</dcterms:modified>
</cp:coreProperties>
</file>