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1" r:id="rId4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19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8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6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0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04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8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5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63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1825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43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51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901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48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3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7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596668" cy="626165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u="sng" dirty="0" smtClean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 smtClean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1" y="0"/>
            <a:ext cx="12192000" cy="7401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u="sng" dirty="0" smtClean="0">
                <a:solidFill>
                  <a:schemeClr val="accent1"/>
                </a:solidFill>
              </a:rPr>
              <a:t>Safety </a:t>
            </a:r>
            <a:r>
              <a:rPr lang="en-US" sz="3200" u="sng" dirty="0">
                <a:solidFill>
                  <a:schemeClr val="accent1"/>
                </a:solidFill>
              </a:rPr>
              <a:t>Rules When Using Of Climbing a Ladder / Scaffolding.</a:t>
            </a:r>
            <a:endParaRPr lang="en-US" sz="3200" dirty="0" smtClean="0">
              <a:solidFill>
                <a:schemeClr val="accent1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 smtClean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 smtClean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 smtClean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 smtClean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 smtClean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Always avoid bringing a ladder/scaffolding into contact with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electricity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Place a ladder/ scaffolding so that its feet are a quarter of its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length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away the object it is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resting against.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The ladder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 scaffolding should be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secured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 the top.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Wherever possible, ladders/ scaffolding should be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extended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1m above the support.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The ladder/ scaffolding should be inspected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regularly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repaired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when necessary.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As paint conceals, use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vanish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wooden ladders or two coats of oil to preserve them.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228" y="725043"/>
            <a:ext cx="4064294" cy="321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4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Keep ladder/scaffolding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clean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because dirt hides defects while greases cause people to slip.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 Do not leave ladder/ scaffolding lying on wet surfaces or exposed to the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weather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 Do not use ladder/ scaffolding horizontal as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runaways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 Tools and equipments should be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hauled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up by ropes not by ladder/ scaffolding.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 Never leave a ladder/ scaffolding where it may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12. Never place a ladder/ scaffolding in front of the door without taking adequate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precautions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13. Ladder/ scaffolding should be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equipped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with safety feet.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14. Use both hands when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climbing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up and down a ladder/ scaffolding.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 Only one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 the time should use a ladder.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16. </a:t>
            </a: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ladder/ scaffolding in a cool surface.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u="sng" dirty="0" smtClean="0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Demonstration </a:t>
            </a:r>
            <a:r>
              <a:rPr lang="en-US" sz="2400" u="sng" dirty="0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Video</a:t>
            </a:r>
            <a:r>
              <a:rPr lang="en-US" sz="2400" dirty="0">
                <a:solidFill>
                  <a:schemeClr val="accent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Activity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92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600" dirty="0">
                <a:solidFill>
                  <a:schemeClr val="accent1"/>
                </a:solidFill>
              </a:rPr>
              <a:t>Kwa Thema Skills School</a:t>
            </a:r>
            <a:br>
              <a:rPr lang="en-US" sz="4600" dirty="0">
                <a:solidFill>
                  <a:schemeClr val="accent1"/>
                </a:solidFill>
              </a:rPr>
            </a:br>
            <a:r>
              <a:rPr lang="en-US" sz="3300" dirty="0" smtClean="0">
                <a:solidFill>
                  <a:schemeClr val="accent1"/>
                </a:solidFill>
              </a:rPr>
              <a:t>Subject	: </a:t>
            </a:r>
            <a:r>
              <a:rPr lang="en-US" sz="3300" dirty="0">
                <a:solidFill>
                  <a:schemeClr val="accent1"/>
                </a:solidFill>
              </a:rPr>
              <a:t>Maintenance						</a:t>
            </a:r>
            <a:r>
              <a:rPr lang="en-US" sz="3300" dirty="0" smtClean="0">
                <a:solidFill>
                  <a:schemeClr val="accent1"/>
                </a:solidFill>
              </a:rPr>
              <a:t>	 	Marks: 10</a:t>
            </a:r>
            <a:r>
              <a:rPr lang="en-US" sz="3300" dirty="0">
                <a:solidFill>
                  <a:schemeClr val="accent1"/>
                </a:solidFill>
              </a:rPr>
              <a:t/>
            </a:r>
            <a:br>
              <a:rPr lang="en-US" sz="3300" dirty="0">
                <a:solidFill>
                  <a:schemeClr val="accent1"/>
                </a:solidFill>
              </a:rPr>
            </a:br>
            <a:r>
              <a:rPr lang="en-US" sz="3300" dirty="0" smtClean="0">
                <a:solidFill>
                  <a:schemeClr val="accent1"/>
                </a:solidFill>
              </a:rPr>
              <a:t>Grade		: </a:t>
            </a:r>
            <a:r>
              <a:rPr lang="en-US" sz="3300" dirty="0">
                <a:solidFill>
                  <a:schemeClr val="accent1"/>
                </a:solidFill>
              </a:rPr>
              <a:t>Year 2 							   </a:t>
            </a:r>
            <a:r>
              <a:rPr lang="en-US" sz="3300" dirty="0" smtClean="0">
                <a:solidFill>
                  <a:schemeClr val="accent1"/>
                </a:solidFill>
              </a:rPr>
              <a:t>		 	Time : 30mins</a:t>
            </a:r>
            <a:r>
              <a:rPr lang="en-US" sz="3300" dirty="0">
                <a:solidFill>
                  <a:schemeClr val="accent1"/>
                </a:solidFill>
              </a:rPr>
              <a:t/>
            </a:r>
            <a:br>
              <a:rPr lang="en-US" sz="3300" dirty="0">
                <a:solidFill>
                  <a:schemeClr val="accent1"/>
                </a:solidFill>
              </a:rPr>
            </a:br>
            <a:r>
              <a:rPr lang="en-US" sz="3300" dirty="0" smtClean="0">
                <a:solidFill>
                  <a:schemeClr val="accent1"/>
                </a:solidFill>
              </a:rPr>
              <a:t>Date	</a:t>
            </a:r>
            <a:r>
              <a:rPr lang="en-US" sz="2400" dirty="0" smtClean="0">
                <a:solidFill>
                  <a:schemeClr val="accent1"/>
                </a:solidFill>
              </a:rPr>
              <a:t>	: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300" dirty="0" smtClean="0"/>
              <a:t>Question </a:t>
            </a:r>
            <a:r>
              <a:rPr lang="en-US" sz="2300" dirty="0" smtClean="0"/>
              <a:t>: 1</a:t>
            </a:r>
          </a:p>
          <a:p>
            <a:pPr marL="0" indent="0">
              <a:buNone/>
            </a:pPr>
            <a:r>
              <a:rPr lang="en-US" sz="2300" dirty="0" smtClean="0"/>
              <a:t>1. State whether the following statements are </a:t>
            </a:r>
            <a:r>
              <a:rPr lang="en-US" sz="2300" u="sng" dirty="0" smtClean="0"/>
              <a:t>true</a:t>
            </a:r>
            <a:r>
              <a:rPr lang="en-US" sz="2300" dirty="0" smtClean="0"/>
              <a:t> or </a:t>
            </a:r>
            <a:r>
              <a:rPr lang="en-US" sz="2300" u="sng" dirty="0" smtClean="0"/>
              <a:t>false</a:t>
            </a:r>
            <a:r>
              <a:rPr lang="en-US" sz="2300" dirty="0" smtClean="0"/>
              <a:t>.</a:t>
            </a:r>
          </a:p>
          <a:p>
            <a:pPr marL="0" indent="0">
              <a:buNone/>
            </a:pPr>
            <a:r>
              <a:rPr lang="en-US" sz="2300" dirty="0" smtClean="0"/>
              <a:t>1.1</a:t>
            </a:r>
            <a:r>
              <a:rPr lang="en-US" sz="2300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 U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ladder/ scaffolding horizontal as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runaways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300" dirty="0" smtClean="0"/>
              <a:t> _________</a:t>
            </a:r>
          </a:p>
          <a:p>
            <a:pPr marL="0" indent="0">
              <a:buNone/>
            </a:pPr>
            <a:r>
              <a:rPr lang="en-US" sz="2300" dirty="0" smtClean="0"/>
              <a:t>1.2 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paint conceals, use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vanish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wooden ladders or two coats of oil to preserve them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3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 smtClean="0"/>
              <a:t>1.3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Wherever possible, ladders/ scaffolding should be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extended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1m above the support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3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</a:t>
            </a:r>
            <a:r>
              <a:rPr lang="en-US" sz="2300" dirty="0" smtClean="0"/>
              <a:t> </a:t>
            </a:r>
          </a:p>
          <a:p>
            <a:pPr marL="0" indent="0">
              <a:buNone/>
            </a:pPr>
            <a:r>
              <a:rPr lang="en-US" sz="2300" dirty="0" smtClean="0"/>
              <a:t>1.4 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ladder/ scaffolding should be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secured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 the top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_________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 smtClean="0"/>
              <a:t>1.5 T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ools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equipments should be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hauled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ladder/ scaffolding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_________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 smtClean="0"/>
              <a:t>1.6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ladder/ scaffolding should be inspected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regularly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repaired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when necessary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3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__________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 smtClean="0"/>
              <a:t>1.7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Never leave a ladder/ scaffolding where it may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__________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 smtClean="0"/>
              <a:t>1.8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one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 the time should use a ladder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3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____________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 smtClean="0"/>
              <a:t>1.9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both hands when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climbing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up and down a ladder/ scaffolding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._________</a:t>
            </a:r>
            <a:endParaRPr lang="en-US" sz="2300" dirty="0" smtClean="0"/>
          </a:p>
          <a:p>
            <a:pPr marL="0" indent="0">
              <a:buNone/>
            </a:pPr>
            <a:r>
              <a:rPr lang="en-US" sz="2300" dirty="0" smtClean="0"/>
              <a:t>1.10 </a:t>
            </a:r>
            <a:r>
              <a:rPr lang="en-US" sz="2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Never place a ladder/ scaffolding in front of the door without taking adequate </a:t>
            </a:r>
            <a:r>
              <a:rPr lang="en-US" sz="23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precautions</a:t>
            </a:r>
            <a:r>
              <a:rPr lang="en-US" sz="2300" dirty="0" smtClean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_________</a:t>
            </a:r>
            <a:endParaRPr lang="en-US" sz="23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300" dirty="0" smtClean="0"/>
          </a:p>
          <a:p>
            <a:pPr marL="0" indent="0">
              <a:buNone/>
            </a:pPr>
            <a:r>
              <a:rPr lang="en-US" sz="2200" dirty="0" smtClean="0"/>
              <a:t>				</a:t>
            </a:r>
            <a:r>
              <a:rPr lang="en-US" dirty="0" smtClean="0"/>
              <a:t>																(10)</a:t>
            </a:r>
          </a:p>
          <a:p>
            <a:pPr marL="0" indent="0">
              <a:buNone/>
            </a:pPr>
            <a:r>
              <a:rPr lang="en-US" dirty="0" smtClean="0"/>
              <a:t>														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2092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562</TotalTime>
  <Words>268</Words>
  <Application>Microsoft Office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105</cp:revision>
  <cp:lastPrinted>2022-08-31T07:50:14Z</cp:lastPrinted>
  <dcterms:created xsi:type="dcterms:W3CDTF">2022-08-25T11:18:17Z</dcterms:created>
  <dcterms:modified xsi:type="dcterms:W3CDTF">2024-03-04T08:28:58Z</dcterms:modified>
</cp:coreProperties>
</file>