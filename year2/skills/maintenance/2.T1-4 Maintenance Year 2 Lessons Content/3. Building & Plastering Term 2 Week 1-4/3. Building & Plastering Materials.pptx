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4" r:id="rId6"/>
    <p:sldId id="261" r:id="rId7"/>
    <p:sldId id="262" r:id="rId8"/>
    <p:sldId id="263" r:id="rId9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1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0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8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6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0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0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8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5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3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1825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3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51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90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94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3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9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u="sng" dirty="0">
                <a:solidFill>
                  <a:schemeClr val="accent1"/>
                </a:solidFill>
              </a:rPr>
              <a:t>Building And Plastering </a:t>
            </a:r>
            <a:r>
              <a:rPr lang="en-US" sz="3600" u="sng" dirty="0" smtClean="0">
                <a:solidFill>
                  <a:schemeClr val="accent1"/>
                </a:solidFill>
              </a:rPr>
              <a:t>Materials</a:t>
            </a:r>
          </a:p>
          <a:p>
            <a:pPr marL="0" indent="0">
              <a:buNone/>
            </a:pPr>
            <a:r>
              <a:rPr lang="en-US" sz="2400" dirty="0" smtClean="0"/>
              <a:t>1</a:t>
            </a:r>
            <a:r>
              <a:rPr lang="en-US" sz="2400" dirty="0" smtClean="0"/>
              <a:t>. </a:t>
            </a:r>
            <a:r>
              <a:rPr lang="en-US" sz="2400" u="sng" dirty="0" smtClean="0"/>
              <a:t>River sand</a:t>
            </a:r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 smtClean="0"/>
              <a:t>It is used for making surfaces or floors</a:t>
            </a:r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u="sng" dirty="0" smtClean="0"/>
              <a:t>Plaster sand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 smtClean="0"/>
              <a:t>It is used plastering walls.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060" y="1088634"/>
            <a:ext cx="2571750" cy="19263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60" y="4482099"/>
            <a:ext cx="257175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4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 smtClean="0"/>
              <a:t>3. </a:t>
            </a:r>
            <a:r>
              <a:rPr lang="en-US" sz="2400" u="sng" dirty="0" smtClean="0"/>
              <a:t>Building sand</a:t>
            </a:r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 smtClean="0"/>
              <a:t>It is used for building walls.</a:t>
            </a:r>
          </a:p>
          <a:p>
            <a:pPr marL="0" indent="0">
              <a:buNone/>
            </a:pPr>
            <a:r>
              <a:rPr lang="en-US" sz="2400" dirty="0" smtClean="0"/>
              <a:t>4. </a:t>
            </a:r>
            <a:r>
              <a:rPr lang="en-US" sz="2400" u="sng" dirty="0" smtClean="0"/>
              <a:t>Concrete mix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 smtClean="0"/>
              <a:t>It is used for making foundations and floors.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688" y="489397"/>
            <a:ext cx="2868489" cy="231819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91" y="3915177"/>
            <a:ext cx="3023786" cy="206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442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5. </a:t>
            </a:r>
            <a:r>
              <a:rPr lang="en-US" sz="2400" u="sng" dirty="0" smtClean="0"/>
              <a:t>Cement</a:t>
            </a:r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- It is used for mixing with sands or concrete mix  and water to make mortar.</a:t>
            </a:r>
          </a:p>
          <a:p>
            <a:pPr marL="0" indent="0">
              <a:buNone/>
            </a:pPr>
            <a:r>
              <a:rPr lang="en-US" sz="2400" dirty="0" smtClean="0"/>
              <a:t>6. </a:t>
            </a:r>
            <a:r>
              <a:rPr lang="en-US" sz="2400" u="sng" dirty="0" smtClean="0"/>
              <a:t>Water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</a:t>
            </a:r>
            <a:r>
              <a:rPr lang="en-US" dirty="0" smtClean="0"/>
              <a:t>is used </a:t>
            </a:r>
            <a:r>
              <a:rPr lang="en-US" dirty="0" smtClean="0"/>
              <a:t>for mixing </a:t>
            </a:r>
            <a:r>
              <a:rPr lang="en-US" dirty="0"/>
              <a:t>with sands or concrete mix </a:t>
            </a:r>
            <a:r>
              <a:rPr lang="en-US" dirty="0" smtClean="0"/>
              <a:t>and cement </a:t>
            </a:r>
            <a:r>
              <a:rPr lang="en-US" dirty="0"/>
              <a:t>to make mortar.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740590" y="192524"/>
            <a:ext cx="1581150" cy="2400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864" y="3397000"/>
            <a:ext cx="1294398" cy="12943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334" y="3453148"/>
            <a:ext cx="2352675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88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596668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7</a:t>
            </a:r>
            <a:r>
              <a:rPr lang="en-US" sz="2600" dirty="0" smtClean="0"/>
              <a:t>. </a:t>
            </a:r>
            <a:r>
              <a:rPr lang="en-US" sz="2600" u="sng" dirty="0" smtClean="0"/>
              <a:t>Stock bricks</a:t>
            </a:r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/>
              <a:t>It is used for building walls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sz="2600" dirty="0"/>
              <a:t>8</a:t>
            </a:r>
            <a:r>
              <a:rPr lang="en-US" sz="2600" dirty="0" smtClean="0"/>
              <a:t>. </a:t>
            </a:r>
            <a:r>
              <a:rPr lang="en-US" sz="2600" u="sng" dirty="0" smtClean="0"/>
              <a:t>Maxi bricks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/>
              <a:t>It is used for building walls.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49" y="487496"/>
            <a:ext cx="2897747" cy="21397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935" y="-1339403"/>
            <a:ext cx="3837502" cy="149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10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 smtClean="0"/>
              <a:t>9</a:t>
            </a:r>
            <a:r>
              <a:rPr lang="en-US" sz="2600" dirty="0" smtClean="0"/>
              <a:t>. </a:t>
            </a:r>
            <a:r>
              <a:rPr lang="en-US" sz="2600" u="sng" dirty="0" smtClean="0"/>
              <a:t>Blocks bricks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It </a:t>
            </a:r>
            <a:r>
              <a:rPr lang="en-US" dirty="0" smtClean="0"/>
              <a:t>is used for building walls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sz="2800" u="sng" dirty="0" smtClean="0">
                <a:solidFill>
                  <a:schemeClr val="accent1"/>
                </a:solidFill>
              </a:rPr>
              <a:t>Demonstration Video </a:t>
            </a:r>
            <a:r>
              <a:rPr lang="en-US" sz="2800" dirty="0" smtClean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chemeClr val="tx1"/>
                </a:solidFill>
              </a:rPr>
              <a:t>-</a:t>
            </a:r>
          </a:p>
          <a:p>
            <a:pPr marL="0" indent="0">
              <a:buNone/>
            </a:pPr>
            <a:r>
              <a:rPr lang="en-US" sz="2400" u="sng" dirty="0" smtClean="0">
                <a:solidFill>
                  <a:schemeClr val="tx1"/>
                </a:solidFill>
              </a:rPr>
              <a:t>Feedback</a:t>
            </a:r>
            <a:r>
              <a:rPr lang="en-US" sz="2400" dirty="0" smtClean="0">
                <a:solidFill>
                  <a:schemeClr val="tx1"/>
                </a:solidFill>
              </a:rPr>
              <a:t> : Activity</a:t>
            </a:r>
            <a:endParaRPr lang="en-US" sz="2400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935" y="-1339403"/>
            <a:ext cx="3837502" cy="14939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72" y="687633"/>
            <a:ext cx="1918953" cy="162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005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30058" cy="1320800"/>
          </a:xfrm>
        </p:spPr>
        <p:txBody>
          <a:bodyPr/>
          <a:lstStyle/>
          <a:p>
            <a:r>
              <a:rPr lang="en-US" dirty="0" smtClean="0"/>
              <a:t>Feedback </a:t>
            </a:r>
            <a:br>
              <a:rPr lang="en-US" dirty="0" smtClean="0"/>
            </a:br>
            <a:r>
              <a:rPr lang="en-US" dirty="0" smtClean="0"/>
              <a:t>Activity : Worksheet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3614"/>
            <a:ext cx="9285668" cy="5444386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Kwa Thema Skills School</a:t>
            </a:r>
            <a:br>
              <a:rPr lang="en-US" sz="2400" dirty="0"/>
            </a:br>
            <a:r>
              <a:rPr lang="en-US" sz="2400" dirty="0" smtClean="0"/>
              <a:t>Subject	: </a:t>
            </a:r>
            <a:r>
              <a:rPr lang="en-US" sz="2400" dirty="0"/>
              <a:t>Maintenance						</a:t>
            </a:r>
            <a:r>
              <a:rPr lang="en-US" sz="2400" dirty="0" smtClean="0"/>
              <a:t>	 Marks</a:t>
            </a:r>
            <a:r>
              <a:rPr lang="en-US" sz="2400" smtClean="0"/>
              <a:t>: 12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Grade		: </a:t>
            </a:r>
            <a:r>
              <a:rPr lang="en-US" sz="2400" dirty="0"/>
              <a:t>Year 2 							   </a:t>
            </a:r>
            <a:r>
              <a:rPr lang="en-US" sz="2400" dirty="0" smtClean="0"/>
              <a:t>		 Time : 30mins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Date		:</a:t>
            </a:r>
          </a:p>
          <a:p>
            <a:pPr marL="0" indent="0">
              <a:buNone/>
            </a:pPr>
            <a:r>
              <a:rPr lang="en-US" dirty="0" smtClean="0"/>
              <a:t>Question : 1</a:t>
            </a:r>
          </a:p>
          <a:p>
            <a:pPr marL="0" indent="0">
              <a:buNone/>
            </a:pPr>
            <a:r>
              <a:rPr lang="en-US" dirty="0" smtClean="0"/>
              <a:t>1.Name any five building and plastering materials.</a:t>
            </a:r>
          </a:p>
          <a:p>
            <a:pPr marL="0" indent="0">
              <a:buNone/>
            </a:pPr>
            <a:r>
              <a:rPr lang="en-US" dirty="0" smtClean="0"/>
              <a:t>1.1 ________________________</a:t>
            </a:r>
          </a:p>
          <a:p>
            <a:pPr marL="0" indent="0">
              <a:buNone/>
            </a:pPr>
            <a:r>
              <a:rPr lang="en-US" dirty="0" smtClean="0"/>
              <a:t>1.2 ________________________</a:t>
            </a:r>
          </a:p>
          <a:p>
            <a:pPr marL="0" indent="0">
              <a:buNone/>
            </a:pPr>
            <a:r>
              <a:rPr lang="en-US" dirty="0" smtClean="0"/>
              <a:t>1.3 ________________________</a:t>
            </a:r>
          </a:p>
          <a:p>
            <a:pPr marL="0" indent="0">
              <a:buNone/>
            </a:pPr>
            <a:r>
              <a:rPr lang="en-US" dirty="0" smtClean="0"/>
              <a:t>1.4 ________________________</a:t>
            </a:r>
          </a:p>
          <a:p>
            <a:pPr marL="0" indent="0">
              <a:buNone/>
            </a:pPr>
            <a:r>
              <a:rPr lang="en-US" dirty="0" smtClean="0"/>
              <a:t>1.5 ________________________</a:t>
            </a:r>
          </a:p>
          <a:p>
            <a:pPr marL="0" indent="0">
              <a:buNone/>
            </a:pPr>
            <a:r>
              <a:rPr lang="en-US" dirty="0" smtClean="0"/>
              <a:t>																		(5)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209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r>
              <a:rPr lang="en-US" u="sng" dirty="0" smtClean="0"/>
              <a:t>Question:2</a:t>
            </a:r>
          </a:p>
          <a:p>
            <a:pPr marL="0" indent="0">
              <a:buNone/>
            </a:pPr>
            <a:r>
              <a:rPr lang="en-US" dirty="0" smtClean="0"/>
              <a:t>1.Identify the following building and plastering materials.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												</a:t>
            </a:r>
            <a:endParaRPr lang="en-US" b="1" u="sng" dirty="0" smtClean="0"/>
          </a:p>
          <a:p>
            <a:pPr marL="0" indent="0">
              <a:buNone/>
            </a:pPr>
            <a:r>
              <a:rPr lang="en-US" dirty="0" smtClean="0"/>
              <a:t>1.____________________</a:t>
            </a:r>
            <a:r>
              <a:rPr lang="en-US" dirty="0"/>
              <a:t>	</a:t>
            </a:r>
            <a:r>
              <a:rPr lang="en-US" dirty="0" smtClean="0"/>
              <a:t>                           2.______________________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3</a:t>
            </a:r>
            <a:r>
              <a:rPr lang="en-US" dirty="0"/>
              <a:t>.___________________  				 </a:t>
            </a:r>
            <a:r>
              <a:rPr lang="en-US" dirty="0" smtClean="0"/>
              <a:t>     4</a:t>
            </a:r>
            <a:r>
              <a:rPr lang="en-US" dirty="0"/>
              <a:t>. ______________________</a:t>
            </a:r>
          </a:p>
          <a:p>
            <a:pPr marL="0" indent="0">
              <a:buNone/>
            </a:pPr>
            <a:r>
              <a:rPr lang="en-US" dirty="0" smtClean="0"/>
              <a:t>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5. ______________________                       6. </a:t>
            </a:r>
            <a:r>
              <a:rPr lang="en-US" dirty="0"/>
              <a:t>______________________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771" y="888406"/>
            <a:ext cx="1706367" cy="126612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39" y="888406"/>
            <a:ext cx="2081072" cy="13680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10" y="3019617"/>
            <a:ext cx="1609483" cy="11278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10" y="4797938"/>
            <a:ext cx="1670449" cy="16277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/>
          <a:srcRect l="-10947" t="-9320" r="10232" b="9320"/>
          <a:stretch/>
        </p:blipFill>
        <p:spPr>
          <a:xfrm>
            <a:off x="4919370" y="2807154"/>
            <a:ext cx="2370072" cy="12436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7"/>
          <a:srcRect l="492" t="2886"/>
          <a:stretch/>
        </p:blipFill>
        <p:spPr>
          <a:xfrm>
            <a:off x="5277643" y="3065172"/>
            <a:ext cx="2060620" cy="154748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0044" y="5088645"/>
            <a:ext cx="1938975" cy="133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06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46975" y="0"/>
            <a:ext cx="12938975" cy="685799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												</a:t>
            </a:r>
            <a:endParaRPr lang="en-US" b="1" u="sng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7.  ____________________</a:t>
            </a:r>
            <a:r>
              <a:rPr lang="en-US" dirty="0"/>
              <a:t>	</a:t>
            </a:r>
            <a:r>
              <a:rPr lang="en-US" dirty="0" smtClean="0"/>
              <a:t>                           8.______________________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																			(8)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		</a:t>
            </a:r>
          </a:p>
          <a:p>
            <a:pPr marL="0" indent="0">
              <a:buNone/>
            </a:pPr>
            <a:r>
              <a:rPr lang="en-US" dirty="0" smtClean="0"/>
              <a:t>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892" y="708101"/>
            <a:ext cx="1706367" cy="12661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1065" y="365888"/>
            <a:ext cx="3548282" cy="137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2223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598</TotalTime>
  <Words>153</Words>
  <Application>Microsoft Office PowerPoint</Application>
  <PresentationFormat>Widescreen</PresentationFormat>
  <Paragraphs>128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Feedback  Activity : Worksheet 2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102</cp:revision>
  <cp:lastPrinted>2022-08-31T07:50:14Z</cp:lastPrinted>
  <dcterms:created xsi:type="dcterms:W3CDTF">2022-08-25T11:18:17Z</dcterms:created>
  <dcterms:modified xsi:type="dcterms:W3CDTF">2024-03-04T08:07:59Z</dcterms:modified>
</cp:coreProperties>
</file>